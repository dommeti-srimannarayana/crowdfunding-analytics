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pn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media/image28.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Lst>
  <p:notesMasterIdLst>
    <p:notesMasterId r:id="rId14"/>
  </p:notesMasterIdLst>
  <p:sldIdLst>
    <p:sldId id="256" r:id="rId3"/>
    <p:sldId id="266" r:id="rId4"/>
    <p:sldId id="267" r:id="rId5"/>
    <p:sldId id="268" r:id="rId6"/>
    <p:sldId id="269" r:id="rId7"/>
    <p:sldId id="257" r:id="rId8"/>
    <p:sldId id="258" r:id="rId9"/>
    <p:sldId id="259" r:id="rId10"/>
    <p:sldId id="260" r:id="rId11"/>
    <p:sldId id="26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guide id="3" pos="192" userDrawn="1">
          <p15:clr>
            <a:srgbClr val="A4A3A4"/>
          </p15:clr>
        </p15:guide>
        <p15:guide id="4" pos="7512" userDrawn="1">
          <p15:clr>
            <a:srgbClr val="A4A3A4"/>
          </p15:clr>
        </p15:guide>
        <p15:guide id="5" orient="horz" pos="216" userDrawn="1">
          <p15:clr>
            <a:srgbClr val="A4A3A4"/>
          </p15:clr>
        </p15:guide>
        <p15:guide id="6" orient="horz" pos="4032" userDrawn="1">
          <p15:clr>
            <a:srgbClr val="A4A3A4"/>
          </p15:clr>
        </p15:guide>
        <p15:guide id="7" orient="horz" pos="6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008000"/>
    <a:srgbClr val="990000"/>
    <a:srgbClr val="CE295E"/>
    <a:srgbClr val="F2F2F2"/>
    <a:srgbClr val="7F7F7F"/>
    <a:srgbClr val="404040"/>
    <a:srgbClr val="A6A6A6"/>
    <a:srgbClr val="BFBFBF"/>
    <a:srgbClr val="E377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73FB2-8D42-4596-BC08-53E05BF4AFE7}" v="66" dt="2026-01-31T09:00:17.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4660"/>
  </p:normalViewPr>
  <p:slideViewPr>
    <p:cSldViewPr snapToGrid="0" showGuides="1">
      <p:cViewPr varScale="1">
        <p:scale>
          <a:sx n="82" d="100"/>
          <a:sy n="82" d="100"/>
        </p:scale>
        <p:origin x="696" y="77"/>
      </p:cViewPr>
      <p:guideLst>
        <p:guide orient="horz" pos="2424"/>
        <p:guide pos="3840"/>
        <p:guide pos="192"/>
        <p:guide pos="7512"/>
        <p:guide orient="horz" pos="216"/>
        <p:guide orient="horz" pos="4032"/>
        <p:guide orient="horz" pos="6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mandommeti@gmail.com" userId="5b406c499b9beccc" providerId="LiveId" clId="{E0A725C2-866E-4049-A774-8FB1172DE471}"/>
    <pc:docChg chg="custSel modSld">
      <pc:chgData name="srimandommeti@gmail.com" userId="5b406c499b9beccc" providerId="LiveId" clId="{E0A725C2-866E-4049-A774-8FB1172DE471}" dt="2026-01-31T09:06:18.695" v="350" actId="478"/>
      <pc:docMkLst>
        <pc:docMk/>
      </pc:docMkLst>
      <pc:sldChg chg="modSp mod">
        <pc:chgData name="srimandommeti@gmail.com" userId="5b406c499b9beccc" providerId="LiveId" clId="{E0A725C2-866E-4049-A774-8FB1172DE471}" dt="2026-01-31T08:40:56.069" v="222"/>
        <pc:sldMkLst>
          <pc:docMk/>
          <pc:sldMk cId="3427904300" sldId="257"/>
        </pc:sldMkLst>
        <pc:spChg chg="mod">
          <ac:chgData name="srimandommeti@gmail.com" userId="5b406c499b9beccc" providerId="LiveId" clId="{E0A725C2-866E-4049-A774-8FB1172DE471}" dt="2026-01-31T08:40:56.069" v="222"/>
          <ac:spMkLst>
            <pc:docMk/>
            <pc:sldMk cId="3427904300" sldId="257"/>
            <ac:spMk id="2" creationId="{7A8D3BCF-BC21-AAB2-911D-85B693D7F4E2}"/>
          </ac:spMkLst>
        </pc:spChg>
        <pc:spChg chg="mod">
          <ac:chgData name="srimandommeti@gmail.com" userId="5b406c499b9beccc" providerId="LiveId" clId="{E0A725C2-866E-4049-A774-8FB1172DE471}" dt="2026-01-31T08:38:13.165" v="202" actId="14100"/>
          <ac:spMkLst>
            <pc:docMk/>
            <pc:sldMk cId="3427904300" sldId="257"/>
            <ac:spMk id="8" creationId="{0029CD87-AD7B-842C-606C-50D63F25AB41}"/>
          </ac:spMkLst>
        </pc:spChg>
        <pc:spChg chg="mod">
          <ac:chgData name="srimandommeti@gmail.com" userId="5b406c499b9beccc" providerId="LiveId" clId="{E0A725C2-866E-4049-A774-8FB1172DE471}" dt="2026-01-31T08:40:38.606" v="221" actId="255"/>
          <ac:spMkLst>
            <pc:docMk/>
            <pc:sldMk cId="3427904300" sldId="257"/>
            <ac:spMk id="15" creationId="{BA8C1D6E-2E1C-A423-D65D-B36E492BB673}"/>
          </ac:spMkLst>
        </pc:spChg>
        <pc:spChg chg="mod">
          <ac:chgData name="srimandommeti@gmail.com" userId="5b406c499b9beccc" providerId="LiveId" clId="{E0A725C2-866E-4049-A774-8FB1172DE471}" dt="2026-01-31T06:24:10.409" v="65" actId="20577"/>
          <ac:spMkLst>
            <pc:docMk/>
            <pc:sldMk cId="3427904300" sldId="257"/>
            <ac:spMk id="17" creationId="{81675FE9-C547-ABF0-BCB5-0557D9C0DD1A}"/>
          </ac:spMkLst>
        </pc:spChg>
        <pc:spChg chg="mod">
          <ac:chgData name="srimandommeti@gmail.com" userId="5b406c499b9beccc" providerId="LiveId" clId="{E0A725C2-866E-4049-A774-8FB1172DE471}" dt="2026-01-31T08:39:41.036" v="217" actId="20577"/>
          <ac:spMkLst>
            <pc:docMk/>
            <pc:sldMk cId="3427904300" sldId="257"/>
            <ac:spMk id="75" creationId="{527B1B3A-4567-4AE9-A7C9-FA9D5A1F3929}"/>
          </ac:spMkLst>
        </pc:spChg>
        <pc:spChg chg="mod">
          <ac:chgData name="srimandommeti@gmail.com" userId="5b406c499b9beccc" providerId="LiveId" clId="{E0A725C2-866E-4049-A774-8FB1172DE471}" dt="2026-01-31T08:39:29.131" v="214" actId="14100"/>
          <ac:spMkLst>
            <pc:docMk/>
            <pc:sldMk cId="3427904300" sldId="257"/>
            <ac:spMk id="122" creationId="{922831E1-31DF-4125-9BCB-8937CAE543E1}"/>
          </ac:spMkLst>
        </pc:spChg>
        <pc:spChg chg="mod">
          <ac:chgData name="srimandommeti@gmail.com" userId="5b406c499b9beccc" providerId="LiveId" clId="{E0A725C2-866E-4049-A774-8FB1172DE471}" dt="2026-01-31T08:39:34.320" v="215" actId="1076"/>
          <ac:spMkLst>
            <pc:docMk/>
            <pc:sldMk cId="3427904300" sldId="257"/>
            <ac:spMk id="124" creationId="{CC6C2715-550E-40A0-AB0F-10386CBA9367}"/>
          </ac:spMkLst>
        </pc:spChg>
        <pc:spChg chg="mod">
          <ac:chgData name="srimandommeti@gmail.com" userId="5b406c499b9beccc" providerId="LiveId" clId="{E0A725C2-866E-4049-A774-8FB1172DE471}" dt="2026-01-31T08:39:34.320" v="215" actId="1076"/>
          <ac:spMkLst>
            <pc:docMk/>
            <pc:sldMk cId="3427904300" sldId="257"/>
            <ac:spMk id="125" creationId="{F7218EF6-60ED-4D4C-9831-CF6B6BB7D9AA}"/>
          </ac:spMkLst>
        </pc:spChg>
        <pc:grpChg chg="mod">
          <ac:chgData name="srimandommeti@gmail.com" userId="5b406c499b9beccc" providerId="LiveId" clId="{E0A725C2-866E-4049-A774-8FB1172DE471}" dt="2026-01-31T08:39:34.320" v="215" actId="1076"/>
          <ac:grpSpMkLst>
            <pc:docMk/>
            <pc:sldMk cId="3427904300" sldId="257"/>
            <ac:grpSpMk id="123" creationId="{08F666DF-6069-4309-98CB-67441794E384}"/>
          </ac:grpSpMkLst>
        </pc:grpChg>
        <pc:picChg chg="mod">
          <ac:chgData name="srimandommeti@gmail.com" userId="5b406c499b9beccc" providerId="LiveId" clId="{E0A725C2-866E-4049-A774-8FB1172DE471}" dt="2026-01-31T08:38:18.035" v="203" actId="14100"/>
          <ac:picMkLst>
            <pc:docMk/>
            <pc:sldMk cId="3427904300" sldId="257"/>
            <ac:picMk id="10" creationId="{B0B4CA63-485E-1EC3-630F-4327C071498F}"/>
          </ac:picMkLst>
        </pc:picChg>
      </pc:sldChg>
      <pc:sldChg chg="addSp modSp mod">
        <pc:chgData name="srimandommeti@gmail.com" userId="5b406c499b9beccc" providerId="LiveId" clId="{E0A725C2-866E-4049-A774-8FB1172DE471}" dt="2026-01-31T08:45:55.353" v="247"/>
        <pc:sldMkLst>
          <pc:docMk/>
          <pc:sldMk cId="877929975" sldId="258"/>
        </pc:sldMkLst>
        <pc:spChg chg="mod">
          <ac:chgData name="srimandommeti@gmail.com" userId="5b406c499b9beccc" providerId="LiveId" clId="{E0A725C2-866E-4049-A774-8FB1172DE471}" dt="2026-01-31T06:26:20.276" v="70" actId="20577"/>
          <ac:spMkLst>
            <pc:docMk/>
            <pc:sldMk cId="877929975" sldId="258"/>
            <ac:spMk id="8" creationId="{F81EE830-69E6-05A3-47C4-D4E515B639FC}"/>
          </ac:spMkLst>
        </pc:spChg>
        <pc:spChg chg="mod">
          <ac:chgData name="srimandommeti@gmail.com" userId="5b406c499b9beccc" providerId="LiveId" clId="{E0A725C2-866E-4049-A774-8FB1172DE471}" dt="2026-01-31T08:45:55.353" v="247"/>
          <ac:spMkLst>
            <pc:docMk/>
            <pc:sldMk cId="877929975" sldId="258"/>
            <ac:spMk id="56" creationId="{C50DE9D8-FD82-4684-9ED8-826B4EC01B44}"/>
          </ac:spMkLst>
        </pc:spChg>
        <pc:picChg chg="add mod">
          <ac:chgData name="srimandommeti@gmail.com" userId="5b406c499b9beccc" providerId="LiveId" clId="{E0A725C2-866E-4049-A774-8FB1172DE471}" dt="2026-01-31T08:43:27.394" v="235" actId="1076"/>
          <ac:picMkLst>
            <pc:docMk/>
            <pc:sldMk cId="877929975" sldId="258"/>
            <ac:picMk id="3" creationId="{57C5FF05-B430-62CE-532E-BA5437BA9568}"/>
          </ac:picMkLst>
        </pc:picChg>
        <pc:picChg chg="add mod">
          <ac:chgData name="srimandommeti@gmail.com" userId="5b406c499b9beccc" providerId="LiveId" clId="{E0A725C2-866E-4049-A774-8FB1172DE471}" dt="2026-01-31T08:44:26.758" v="244" actId="339"/>
          <ac:picMkLst>
            <pc:docMk/>
            <pc:sldMk cId="877929975" sldId="258"/>
            <ac:picMk id="5" creationId="{346A087A-1866-9AE1-0E67-6D607AAA01CB}"/>
          </ac:picMkLst>
        </pc:picChg>
      </pc:sldChg>
      <pc:sldChg chg="addSp modSp mod">
        <pc:chgData name="srimandommeti@gmail.com" userId="5b406c499b9beccc" providerId="LiveId" clId="{E0A725C2-866E-4049-A774-8FB1172DE471}" dt="2026-01-31T08:54:07.538" v="320"/>
        <pc:sldMkLst>
          <pc:docMk/>
          <pc:sldMk cId="4092421255" sldId="259"/>
        </pc:sldMkLst>
        <pc:spChg chg="mod">
          <ac:chgData name="srimandommeti@gmail.com" userId="5b406c499b9beccc" providerId="LiveId" clId="{E0A725C2-866E-4049-A774-8FB1172DE471}" dt="2026-01-31T08:47:12.493" v="250" actId="339"/>
          <ac:spMkLst>
            <pc:docMk/>
            <pc:sldMk cId="4092421255" sldId="259"/>
            <ac:spMk id="5" creationId="{4242C78B-2DAE-E83F-23F9-AFE028C187E7}"/>
          </ac:spMkLst>
        </pc:spChg>
        <pc:spChg chg="mod">
          <ac:chgData name="srimandommeti@gmail.com" userId="5b406c499b9beccc" providerId="LiveId" clId="{E0A725C2-866E-4049-A774-8FB1172DE471}" dt="2026-01-31T08:53:58.268" v="318"/>
          <ac:spMkLst>
            <pc:docMk/>
            <pc:sldMk cId="4092421255" sldId="259"/>
            <ac:spMk id="14" creationId="{94F8AE21-4FCA-C8AD-6A9A-2005786A578F}"/>
          </ac:spMkLst>
        </pc:spChg>
        <pc:spChg chg="mod">
          <ac:chgData name="srimandommeti@gmail.com" userId="5b406c499b9beccc" providerId="LiveId" clId="{E0A725C2-866E-4049-A774-8FB1172DE471}" dt="2026-01-31T08:54:07.538" v="320"/>
          <ac:spMkLst>
            <pc:docMk/>
            <pc:sldMk cId="4092421255" sldId="259"/>
            <ac:spMk id="15" creationId="{5B4485AB-C2D2-CD51-B61A-11F064D5F397}"/>
          </ac:spMkLst>
        </pc:spChg>
        <pc:picChg chg="add mod">
          <ac:chgData name="srimandommeti@gmail.com" userId="5b406c499b9beccc" providerId="LiveId" clId="{E0A725C2-866E-4049-A774-8FB1172DE471}" dt="2026-01-31T08:53:22.502" v="311" actId="1076"/>
          <ac:picMkLst>
            <pc:docMk/>
            <pc:sldMk cId="4092421255" sldId="259"/>
            <ac:picMk id="3" creationId="{69A5C027-EC52-5E6E-8C72-B600CAB9D445}"/>
          </ac:picMkLst>
        </pc:picChg>
        <pc:picChg chg="add mod">
          <ac:chgData name="srimandommeti@gmail.com" userId="5b406c499b9beccc" providerId="LiveId" clId="{E0A725C2-866E-4049-A774-8FB1172DE471}" dt="2026-01-31T08:53:25.145" v="312" actId="1076"/>
          <ac:picMkLst>
            <pc:docMk/>
            <pc:sldMk cId="4092421255" sldId="259"/>
            <ac:picMk id="6" creationId="{4191BDF1-C6FF-831F-2CA7-9DFB261EDB52}"/>
          </ac:picMkLst>
        </pc:picChg>
        <pc:picChg chg="add mod">
          <ac:chgData name="srimandommeti@gmail.com" userId="5b406c499b9beccc" providerId="LiveId" clId="{E0A725C2-866E-4049-A774-8FB1172DE471}" dt="2026-01-31T08:53:27.203" v="313" actId="1076"/>
          <ac:picMkLst>
            <pc:docMk/>
            <pc:sldMk cId="4092421255" sldId="259"/>
            <ac:picMk id="8" creationId="{D496FF1F-0B22-702A-DDF5-A9917BB83B98}"/>
          </ac:picMkLst>
        </pc:picChg>
        <pc:picChg chg="add mod">
          <ac:chgData name="srimandommeti@gmail.com" userId="5b406c499b9beccc" providerId="LiveId" clId="{E0A725C2-866E-4049-A774-8FB1172DE471}" dt="2026-01-31T08:53:30.144" v="314" actId="1076"/>
          <ac:picMkLst>
            <pc:docMk/>
            <pc:sldMk cId="4092421255" sldId="259"/>
            <ac:picMk id="10" creationId="{2A5608CA-1D05-5049-7169-36361C7B6F7D}"/>
          </ac:picMkLst>
        </pc:picChg>
      </pc:sldChg>
      <pc:sldChg chg="addSp modSp mod">
        <pc:chgData name="srimandommeti@gmail.com" userId="5b406c499b9beccc" providerId="LiveId" clId="{E0A725C2-866E-4049-A774-8FB1172DE471}" dt="2026-01-31T08:48:37.015" v="264" actId="1076"/>
        <pc:sldMkLst>
          <pc:docMk/>
          <pc:sldMk cId="3371080236" sldId="260"/>
        </pc:sldMkLst>
        <pc:picChg chg="add mod">
          <ac:chgData name="srimandommeti@gmail.com" userId="5b406c499b9beccc" providerId="LiveId" clId="{E0A725C2-866E-4049-A774-8FB1172DE471}" dt="2026-01-31T08:48:37.015" v="264" actId="1076"/>
          <ac:picMkLst>
            <pc:docMk/>
            <pc:sldMk cId="3371080236" sldId="260"/>
            <ac:picMk id="3" creationId="{73314876-255B-FF76-73B2-6D1EEF9C9708}"/>
          </ac:picMkLst>
        </pc:picChg>
      </pc:sldChg>
      <pc:sldChg chg="addSp delSp modSp mod">
        <pc:chgData name="srimandommeti@gmail.com" userId="5b406c499b9beccc" providerId="LiveId" clId="{E0A725C2-866E-4049-A774-8FB1172DE471}" dt="2026-01-31T09:06:12.979" v="349" actId="478"/>
        <pc:sldMkLst>
          <pc:docMk/>
          <pc:sldMk cId="2044100319" sldId="261"/>
        </pc:sldMkLst>
        <pc:spChg chg="mod">
          <ac:chgData name="srimandommeti@gmail.com" userId="5b406c499b9beccc" providerId="LiveId" clId="{E0A725C2-866E-4049-A774-8FB1172DE471}" dt="2026-01-31T08:55:03.214" v="321"/>
          <ac:spMkLst>
            <pc:docMk/>
            <pc:sldMk cId="2044100319" sldId="261"/>
            <ac:spMk id="2" creationId="{DFEB8629-8BC7-1C53-813D-187331EF46A4}"/>
          </ac:spMkLst>
        </pc:spChg>
        <pc:spChg chg="mod">
          <ac:chgData name="srimandommeti@gmail.com" userId="5b406c499b9beccc" providerId="LiveId" clId="{E0A725C2-866E-4049-A774-8FB1172DE471}" dt="2026-01-31T08:55:21.553" v="322" actId="207"/>
          <ac:spMkLst>
            <pc:docMk/>
            <pc:sldMk cId="2044100319" sldId="261"/>
            <ac:spMk id="3" creationId="{C65C858B-72D2-9F9C-FE4D-92947D790515}"/>
          </ac:spMkLst>
        </pc:spChg>
        <pc:picChg chg="add del mod">
          <ac:chgData name="srimandommeti@gmail.com" userId="5b406c499b9beccc" providerId="LiveId" clId="{E0A725C2-866E-4049-A774-8FB1172DE471}" dt="2026-01-31T09:06:12.979" v="349" actId="478"/>
          <ac:picMkLst>
            <pc:docMk/>
            <pc:sldMk cId="2044100319" sldId="261"/>
            <ac:picMk id="5" creationId="{4E7237E6-E296-B118-977A-C57F7C7B59EC}"/>
          </ac:picMkLst>
        </pc:picChg>
      </pc:sldChg>
      <pc:sldChg chg="addSp delSp modSp mod">
        <pc:chgData name="srimandommeti@gmail.com" userId="5b406c499b9beccc" providerId="LiveId" clId="{E0A725C2-866E-4049-A774-8FB1172DE471}" dt="2026-01-31T09:06:18.695" v="350" actId="478"/>
        <pc:sldMkLst>
          <pc:docMk/>
          <pc:sldMk cId="686076518" sldId="265"/>
        </pc:sldMkLst>
        <pc:picChg chg="add del mod">
          <ac:chgData name="srimandommeti@gmail.com" userId="5b406c499b9beccc" providerId="LiveId" clId="{E0A725C2-866E-4049-A774-8FB1172DE471}" dt="2026-01-31T08:59:27.850" v="332" actId="478"/>
          <ac:picMkLst>
            <pc:docMk/>
            <pc:sldMk cId="686076518" sldId="265"/>
            <ac:picMk id="6" creationId="{61E825F1-F8D6-9C8F-644D-5849A1077FB9}"/>
          </ac:picMkLst>
        </pc:picChg>
        <pc:picChg chg="add del mod">
          <ac:chgData name="srimandommeti@gmail.com" userId="5b406c499b9beccc" providerId="LiveId" clId="{E0A725C2-866E-4049-A774-8FB1172DE471}" dt="2026-01-31T09:06:18.695" v="350" actId="478"/>
          <ac:picMkLst>
            <pc:docMk/>
            <pc:sldMk cId="686076518" sldId="265"/>
            <ac:picMk id="8" creationId="{65EEBBB0-53EF-9873-1527-6F26BEF7E93D}"/>
          </ac:picMkLst>
        </pc:picChg>
      </pc:sldChg>
      <pc:sldChg chg="addSp delSp modSp mod">
        <pc:chgData name="srimandommeti@gmail.com" userId="5b406c499b9beccc" providerId="LiveId" clId="{E0A725C2-866E-4049-A774-8FB1172DE471}" dt="2026-01-31T06:55:11.624" v="152" actId="339"/>
        <pc:sldMkLst>
          <pc:docMk/>
          <pc:sldMk cId="3998376838" sldId="267"/>
        </pc:sldMkLst>
        <pc:spChg chg="mod">
          <ac:chgData name="srimandommeti@gmail.com" userId="5b406c499b9beccc" providerId="LiveId" clId="{E0A725C2-866E-4049-A774-8FB1172DE471}" dt="2026-01-31T06:19:01.367" v="1" actId="20577"/>
          <ac:spMkLst>
            <pc:docMk/>
            <pc:sldMk cId="3998376838" sldId="267"/>
            <ac:spMk id="79" creationId="{3B8DB81C-BE0D-47E7-A849-F8ECD5B8693F}"/>
          </ac:spMkLst>
        </pc:spChg>
        <pc:picChg chg="add mod">
          <ac:chgData name="srimandommeti@gmail.com" userId="5b406c499b9beccc" providerId="LiveId" clId="{E0A725C2-866E-4049-A774-8FB1172DE471}" dt="2026-01-31T06:43:00.574" v="95" actId="14100"/>
          <ac:picMkLst>
            <pc:docMk/>
            <pc:sldMk cId="3998376838" sldId="267"/>
            <ac:picMk id="8" creationId="{B3424C57-B0F5-A61C-0CD8-69E90CDC58C9}"/>
          </ac:picMkLst>
        </pc:picChg>
        <pc:picChg chg="add mod">
          <ac:chgData name="srimandommeti@gmail.com" userId="5b406c499b9beccc" providerId="LiveId" clId="{E0A725C2-866E-4049-A774-8FB1172DE471}" dt="2026-01-31T06:47:28.858" v="107" actId="339"/>
          <ac:picMkLst>
            <pc:docMk/>
            <pc:sldMk cId="3998376838" sldId="267"/>
            <ac:picMk id="11" creationId="{8EEDC21E-F566-0951-26AC-B05DADCB91CD}"/>
          </ac:picMkLst>
        </pc:picChg>
        <pc:picChg chg="add del mod">
          <ac:chgData name="srimandommeti@gmail.com" userId="5b406c499b9beccc" providerId="LiveId" clId="{E0A725C2-866E-4049-A774-8FB1172DE471}" dt="2026-01-31T06:50:58.814" v="128" actId="478"/>
          <ac:picMkLst>
            <pc:docMk/>
            <pc:sldMk cId="3998376838" sldId="267"/>
            <ac:picMk id="13" creationId="{BB851380-E287-E85D-AB20-D094C291BDE9}"/>
          </ac:picMkLst>
        </pc:picChg>
        <pc:picChg chg="add mod">
          <ac:chgData name="srimandommeti@gmail.com" userId="5b406c499b9beccc" providerId="LiveId" clId="{E0A725C2-866E-4049-A774-8FB1172DE471}" dt="2026-01-31T06:51:43.781" v="137" actId="339"/>
          <ac:picMkLst>
            <pc:docMk/>
            <pc:sldMk cId="3998376838" sldId="267"/>
            <ac:picMk id="19" creationId="{AC1DAD2F-95E4-5996-A9BA-CA766B3993DA}"/>
          </ac:picMkLst>
        </pc:picChg>
        <pc:picChg chg="add mod">
          <ac:chgData name="srimandommeti@gmail.com" userId="5b406c499b9beccc" providerId="LiveId" clId="{E0A725C2-866E-4049-A774-8FB1172DE471}" dt="2026-01-31T06:53:11.965" v="145" actId="339"/>
          <ac:picMkLst>
            <pc:docMk/>
            <pc:sldMk cId="3998376838" sldId="267"/>
            <ac:picMk id="21" creationId="{83826F9F-FC8B-276F-CC7A-388A757E1826}"/>
          </ac:picMkLst>
        </pc:picChg>
        <pc:picChg chg="add mod">
          <ac:chgData name="srimandommeti@gmail.com" userId="5b406c499b9beccc" providerId="LiveId" clId="{E0A725C2-866E-4049-A774-8FB1172DE471}" dt="2026-01-31T06:55:11.624" v="152" actId="339"/>
          <ac:picMkLst>
            <pc:docMk/>
            <pc:sldMk cId="3998376838" sldId="267"/>
            <ac:picMk id="23" creationId="{68BDB8FB-8903-0151-4E5A-FE9C5FCE3327}"/>
          </ac:picMkLst>
        </pc:picChg>
      </pc:sldChg>
      <pc:sldChg chg="addSp delSp modSp mod">
        <pc:chgData name="srimandommeti@gmail.com" userId="5b406c499b9beccc" providerId="LiveId" clId="{E0A725C2-866E-4049-A774-8FB1172DE471}" dt="2026-01-31T09:03:59.143" v="348" actId="1076"/>
        <pc:sldMkLst>
          <pc:docMk/>
          <pc:sldMk cId="304372288" sldId="268"/>
        </pc:sldMkLst>
        <pc:spChg chg="mod">
          <ac:chgData name="srimandommeti@gmail.com" userId="5b406c499b9beccc" providerId="LiveId" clId="{E0A725C2-866E-4049-A774-8FB1172DE471}" dt="2026-01-31T09:03:59.143" v="348" actId="1076"/>
          <ac:spMkLst>
            <pc:docMk/>
            <pc:sldMk cId="304372288" sldId="268"/>
            <ac:spMk id="3" creationId="{01A6D69E-C758-0A06-F40B-F136C1B531FC}"/>
          </ac:spMkLst>
        </pc:spChg>
        <pc:spChg chg="mod">
          <ac:chgData name="srimandommeti@gmail.com" userId="5b406c499b9beccc" providerId="LiveId" clId="{E0A725C2-866E-4049-A774-8FB1172DE471}" dt="2026-01-31T09:03:38.344" v="346" actId="1076"/>
          <ac:spMkLst>
            <pc:docMk/>
            <pc:sldMk cId="304372288" sldId="268"/>
            <ac:spMk id="76" creationId="{5C9DD4C0-72B9-4464-9AE6-96C554B321BF}"/>
          </ac:spMkLst>
        </pc:spChg>
        <pc:spChg chg="mod">
          <ac:chgData name="srimandommeti@gmail.com" userId="5b406c499b9beccc" providerId="LiveId" clId="{E0A725C2-866E-4049-A774-8FB1172DE471}" dt="2026-01-31T09:03:44.764" v="347" actId="1076"/>
          <ac:spMkLst>
            <pc:docMk/>
            <pc:sldMk cId="304372288" sldId="268"/>
            <ac:spMk id="79" creationId="{3B8DB81C-BE0D-47E7-A849-F8ECD5B8693F}"/>
          </ac:spMkLst>
        </pc:spChg>
        <pc:picChg chg="add del mod">
          <ac:chgData name="srimandommeti@gmail.com" userId="5b406c499b9beccc" providerId="LiveId" clId="{E0A725C2-866E-4049-A774-8FB1172DE471}" dt="2026-01-31T07:00:46.807" v="163" actId="478"/>
          <ac:picMkLst>
            <pc:docMk/>
            <pc:sldMk cId="304372288" sldId="268"/>
            <ac:picMk id="8" creationId="{F3EB7BBE-7E42-5DB9-5E39-395B98A39BD9}"/>
          </ac:picMkLst>
        </pc:picChg>
        <pc:picChg chg="add mod">
          <ac:chgData name="srimandommeti@gmail.com" userId="5b406c499b9beccc" providerId="LiveId" clId="{E0A725C2-866E-4049-A774-8FB1172DE471}" dt="2026-01-31T07:02:03.755" v="172" actId="14100"/>
          <ac:picMkLst>
            <pc:docMk/>
            <pc:sldMk cId="304372288" sldId="268"/>
            <ac:picMk id="10" creationId="{DF99A4A5-25D1-F89F-EC75-873C01A2EA31}"/>
          </ac:picMkLst>
        </pc:picChg>
        <pc:picChg chg="add del mod">
          <ac:chgData name="srimandommeti@gmail.com" userId="5b406c499b9beccc" providerId="LiveId" clId="{E0A725C2-866E-4049-A774-8FB1172DE471}" dt="2026-01-31T07:03:45.880" v="176" actId="478"/>
          <ac:picMkLst>
            <pc:docMk/>
            <pc:sldMk cId="304372288" sldId="268"/>
            <ac:picMk id="12" creationId="{C75D8BC2-C0E3-E194-6C21-DC6207ACBD82}"/>
          </ac:picMkLst>
        </pc:picChg>
        <pc:picChg chg="add mod">
          <ac:chgData name="srimandommeti@gmail.com" userId="5b406c499b9beccc" providerId="LiveId" clId="{E0A725C2-866E-4049-A774-8FB1172DE471}" dt="2026-01-31T07:05:52.635" v="185" actId="339"/>
          <ac:picMkLst>
            <pc:docMk/>
            <pc:sldMk cId="304372288" sldId="268"/>
            <ac:picMk id="15" creationId="{8B44DFC5-6782-5BFC-BC22-DBA7EA89EBD2}"/>
          </ac:picMkLst>
        </pc:picChg>
      </pc:sldChg>
      <pc:sldChg chg="addSp modSp mod">
        <pc:chgData name="srimandommeti@gmail.com" userId="5b406c499b9beccc" providerId="LiveId" clId="{E0A725C2-866E-4049-A774-8FB1172DE471}" dt="2026-01-31T08:35:51.206" v="195" actId="1076"/>
        <pc:sldMkLst>
          <pc:docMk/>
          <pc:sldMk cId="3487629197" sldId="269"/>
        </pc:sldMkLst>
        <pc:spChg chg="mod">
          <ac:chgData name="srimandommeti@gmail.com" userId="5b406c499b9beccc" providerId="LiveId" clId="{E0A725C2-866E-4049-A774-8FB1172DE471}" dt="2026-01-31T06:21:56.731" v="28" actId="20577"/>
          <ac:spMkLst>
            <pc:docMk/>
            <pc:sldMk cId="3487629197" sldId="269"/>
            <ac:spMk id="37" creationId="{986D8F46-D596-0011-E0EC-C3460A02AB4E}"/>
          </ac:spMkLst>
        </pc:spChg>
        <pc:picChg chg="add mod">
          <ac:chgData name="srimandommeti@gmail.com" userId="5b406c499b9beccc" providerId="LiveId" clId="{E0A725C2-866E-4049-A774-8FB1172DE471}" dt="2026-01-31T08:35:51.206" v="195" actId="1076"/>
          <ac:picMkLst>
            <pc:docMk/>
            <pc:sldMk cId="3487629197" sldId="269"/>
            <ac:picMk id="4" creationId="{897B3CEC-C6A1-30C7-D913-4326096EB04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023A0-2B54-4E79-AA20-143385AB9A6C}"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8DEA9-6F4F-4540-9E5D-C6F39079AF72}" type="slidenum">
              <a:rPr lang="en-US" smtClean="0"/>
              <a:t>‹#›</a:t>
            </a:fld>
            <a:endParaRPr lang="en-US"/>
          </a:p>
        </p:txBody>
      </p:sp>
    </p:spTree>
    <p:extLst>
      <p:ext uri="{BB962C8B-B14F-4D97-AF65-F5344CB8AC3E}">
        <p14:creationId xmlns:p14="http://schemas.microsoft.com/office/powerpoint/2010/main" val="2133659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DE5F4B-E26A-41E3-B0CB-D243FAB882C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2771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AFCD-CC86-4465-AD95-85D2B9349B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07509-85B2-495C-82A8-989CA9862B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AB0AA9-8E90-484A-ADD9-31AA1A53D7B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278E9EE-6889-428D-B6A1-8BAC3E3F5E4B}"/>
              </a:ext>
            </a:extLst>
          </p:cNvPr>
          <p:cNvSpPr>
            <a:spLocks noGrp="1"/>
          </p:cNvSpPr>
          <p:nvPr>
            <p:ph type="ftr" sz="quarter" idx="11"/>
          </p:nvPr>
        </p:nvSpPr>
        <p:spPr/>
        <p:txBody>
          <a:bodyPr/>
          <a:lstStyle/>
          <a:p>
            <a:r>
              <a:rPr lang="en-US"/>
              <a:t>Your Logo Here</a:t>
            </a:r>
          </a:p>
        </p:txBody>
      </p:sp>
      <p:sp>
        <p:nvSpPr>
          <p:cNvPr id="6" name="Slide Number Placeholder 5">
            <a:extLst>
              <a:ext uri="{FF2B5EF4-FFF2-40B4-BE49-F238E27FC236}">
                <a16:creationId xmlns:a16="http://schemas.microsoft.com/office/drawing/2014/main" id="{B6E1D2A5-6CD9-436C-958A-CC73AA34DEE5}"/>
              </a:ext>
            </a:extLst>
          </p:cNvPr>
          <p:cNvSpPr>
            <a:spLocks noGrp="1"/>
          </p:cNvSpPr>
          <p:nvPr>
            <p:ph type="sldNum" sz="quarter" idx="12"/>
          </p:nvPr>
        </p:nvSpPr>
        <p:spPr/>
        <p:txBody>
          <a:bodyPr/>
          <a:lstStyle/>
          <a:p>
            <a:fld id="{0FD50806-BABF-4915-9689-3B9956D1C75C}" type="slidenum">
              <a:rPr lang="en-US" smtClean="0"/>
              <a:t>‹#›</a:t>
            </a:fld>
            <a:endParaRPr lang="en-US"/>
          </a:p>
        </p:txBody>
      </p:sp>
    </p:spTree>
    <p:extLst>
      <p:ext uri="{BB962C8B-B14F-4D97-AF65-F5344CB8AC3E}">
        <p14:creationId xmlns:p14="http://schemas.microsoft.com/office/powerpoint/2010/main" val="3465563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58F3-6311-4BBF-9C0A-1ADA7A27E44C}"/>
              </a:ext>
            </a:extLst>
          </p:cNvPr>
          <p:cNvSpPr>
            <a:spLocks noGrp="1"/>
          </p:cNvSpPr>
          <p:nvPr>
            <p:ph type="title"/>
          </p:nvPr>
        </p:nvSpPr>
        <p:spPr>
          <a:xfrm>
            <a:off x="838200" y="525818"/>
            <a:ext cx="10515600" cy="498598"/>
          </a:xfrm>
        </p:spPr>
        <p:txBody>
          <a:bodyPr lIns="0" tIns="0" rIns="0" bIns="0" anchor="t">
            <a:spAutoFit/>
          </a:bodyPr>
          <a:lstStyle>
            <a:lvl1pPr algn="ctr">
              <a:defRPr sz="3600" cap="all" baseline="0">
                <a:solidFill>
                  <a:schemeClr val="tx1">
                    <a:lumMod val="75000"/>
                    <a:lumOff val="25000"/>
                  </a:schemeClr>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CC86F3C5-5D77-43F9-92A6-DE0777BBB6A5}"/>
              </a:ext>
            </a:extLst>
          </p:cNvPr>
          <p:cNvSpPr>
            <a:spLocks noGrp="1"/>
          </p:cNvSpPr>
          <p:nvPr>
            <p:ph type="ftr" sz="quarter" idx="11"/>
          </p:nvPr>
        </p:nvSpPr>
        <p:spPr>
          <a:xfrm>
            <a:off x="10263187" y="6509710"/>
            <a:ext cx="1561696" cy="276999"/>
          </a:xfrm>
        </p:spPr>
        <p:txBody>
          <a:bodyPr>
            <a:spAutoFit/>
          </a:bodyPr>
          <a:lstStyle>
            <a:lvl1pPr>
              <a:defRPr>
                <a:solidFill>
                  <a:schemeClr val="tx1">
                    <a:lumMod val="75000"/>
                    <a:lumOff val="25000"/>
                  </a:schemeClr>
                </a:solidFill>
              </a:defRPr>
            </a:lvl1pPr>
          </a:lstStyle>
          <a:p>
            <a:r>
              <a:rPr lang="en-US"/>
              <a:t>Your Logo Here</a:t>
            </a:r>
            <a:endParaRPr lang="en-US" dirty="0"/>
          </a:p>
        </p:txBody>
      </p:sp>
      <p:sp>
        <p:nvSpPr>
          <p:cNvPr id="6" name="Rectangle 5">
            <a:extLst>
              <a:ext uri="{FF2B5EF4-FFF2-40B4-BE49-F238E27FC236}">
                <a16:creationId xmlns:a16="http://schemas.microsoft.com/office/drawing/2014/main" id="{CCB4FB46-0511-4A20-A9DA-85B06B5DF611}"/>
              </a:ext>
            </a:extLst>
          </p:cNvPr>
          <p:cNvSpPr/>
          <p:nvPr userDrawn="1"/>
        </p:nvSpPr>
        <p:spPr>
          <a:xfrm>
            <a:off x="0" y="6511448"/>
            <a:ext cx="10263189"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A583AD1-0683-4B68-832E-79E5AC88DF1C}"/>
              </a:ext>
            </a:extLst>
          </p:cNvPr>
          <p:cNvSpPr/>
          <p:nvPr userDrawn="1"/>
        </p:nvSpPr>
        <p:spPr>
          <a:xfrm>
            <a:off x="11620500" y="525817"/>
            <a:ext cx="571500" cy="4924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15" name="Rectangle 14">
            <a:extLst>
              <a:ext uri="{FF2B5EF4-FFF2-40B4-BE49-F238E27FC236}">
                <a16:creationId xmlns:a16="http://schemas.microsoft.com/office/drawing/2014/main" id="{9EB2F141-1AB9-4751-90A0-65BD481D8563}"/>
              </a:ext>
            </a:extLst>
          </p:cNvPr>
          <p:cNvSpPr/>
          <p:nvPr userDrawn="1"/>
        </p:nvSpPr>
        <p:spPr>
          <a:xfrm>
            <a:off x="11824884" y="6511448"/>
            <a:ext cx="367116"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ED94255E-A54B-4118-B827-E0382D3A093F}"/>
              </a:ext>
            </a:extLst>
          </p:cNvPr>
          <p:cNvSpPr>
            <a:spLocks noGrp="1"/>
          </p:cNvSpPr>
          <p:nvPr>
            <p:ph type="sldNum" sz="quarter" idx="12"/>
          </p:nvPr>
        </p:nvSpPr>
        <p:spPr>
          <a:xfrm>
            <a:off x="11677650" y="589475"/>
            <a:ext cx="419100" cy="365125"/>
          </a:xfrm>
        </p:spPr>
        <p:txBody>
          <a:bodyPr/>
          <a:lstStyle>
            <a:lvl1pPr algn="ctr">
              <a:defRPr sz="1000">
                <a:solidFill>
                  <a:schemeClr val="bg1"/>
                </a:solidFill>
              </a:defRPr>
            </a:lvl1pPr>
          </a:lstStyle>
          <a:p>
            <a:fld id="{0FD50806-BABF-4915-9689-3B9956D1C75C}" type="slidenum">
              <a:rPr lang="en-US" smtClean="0"/>
              <a:pPr/>
              <a:t>‹#›</a:t>
            </a:fld>
            <a:endParaRPr lang="en-US" dirty="0"/>
          </a:p>
        </p:txBody>
      </p:sp>
      <p:grpSp>
        <p:nvGrpSpPr>
          <p:cNvPr id="16" name="Group 15">
            <a:extLst>
              <a:ext uri="{FF2B5EF4-FFF2-40B4-BE49-F238E27FC236}">
                <a16:creationId xmlns:a16="http://schemas.microsoft.com/office/drawing/2014/main" id="{133619BB-9A09-40D9-A9F1-A026ABABCFBF}"/>
              </a:ext>
            </a:extLst>
          </p:cNvPr>
          <p:cNvGrpSpPr/>
          <p:nvPr userDrawn="1"/>
        </p:nvGrpSpPr>
        <p:grpSpPr>
          <a:xfrm>
            <a:off x="334126" y="6577411"/>
            <a:ext cx="1084573" cy="141598"/>
            <a:chOff x="334126" y="6490192"/>
            <a:chExt cx="1084573" cy="141598"/>
          </a:xfrm>
        </p:grpSpPr>
        <p:sp>
          <p:nvSpPr>
            <p:cNvPr id="17" name="Rectangle: Rounded Corners 16">
              <a:extLst>
                <a:ext uri="{FF2B5EF4-FFF2-40B4-BE49-F238E27FC236}">
                  <a16:creationId xmlns:a16="http://schemas.microsoft.com/office/drawing/2014/main" id="{606B9428-3B49-42EA-ACD3-FF049EF21512}"/>
                </a:ext>
              </a:extLst>
            </p:cNvPr>
            <p:cNvSpPr/>
            <p:nvPr/>
          </p:nvSpPr>
          <p:spPr>
            <a:xfrm rot="18900000" flipH="1">
              <a:off x="334126" y="6490192"/>
              <a:ext cx="141598" cy="141598"/>
            </a:xfrm>
            <a:prstGeom prst="roundRect">
              <a:avLst>
                <a:gd name="adj" fmla="val 1108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A069E56F-ACCE-4A35-B24D-58EA37E4CEA1}"/>
                </a:ext>
              </a:extLst>
            </p:cNvPr>
            <p:cNvSpPr/>
            <p:nvPr/>
          </p:nvSpPr>
          <p:spPr>
            <a:xfrm rot="18900000" flipH="1">
              <a:off x="648451" y="6490192"/>
              <a:ext cx="141598" cy="141598"/>
            </a:xfrm>
            <a:prstGeom prst="roundRect">
              <a:avLst>
                <a:gd name="adj" fmla="val 110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5465AED1-A4C5-416C-90F3-39CC10CEEAF1}"/>
                </a:ext>
              </a:extLst>
            </p:cNvPr>
            <p:cNvSpPr/>
            <p:nvPr/>
          </p:nvSpPr>
          <p:spPr>
            <a:xfrm rot="18900000" flipH="1">
              <a:off x="962776" y="6490192"/>
              <a:ext cx="141598" cy="141598"/>
            </a:xfrm>
            <a:prstGeom prst="roundRect">
              <a:avLst>
                <a:gd name="adj" fmla="val 1108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411431DD-99C5-48BB-92EB-730E9F76D556}"/>
                </a:ext>
              </a:extLst>
            </p:cNvPr>
            <p:cNvSpPr/>
            <p:nvPr/>
          </p:nvSpPr>
          <p:spPr>
            <a:xfrm rot="18900000" flipH="1">
              <a:off x="1277101" y="6490192"/>
              <a:ext cx="141598" cy="141598"/>
            </a:xfrm>
            <a:prstGeom prst="roundRect">
              <a:avLst>
                <a:gd name="adj" fmla="val 1108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382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7129C65-954E-43EB-9F6A-C97D1F5801F6}"/>
              </a:ext>
            </a:extLst>
          </p:cNvPr>
          <p:cNvSpPr>
            <a:spLocks noGrp="1"/>
          </p:cNvSpPr>
          <p:nvPr>
            <p:ph type="ftr" sz="quarter" idx="11"/>
          </p:nvPr>
        </p:nvSpPr>
        <p:spPr>
          <a:xfrm>
            <a:off x="10263187" y="6509710"/>
            <a:ext cx="1561696" cy="276999"/>
          </a:xfrm>
        </p:spPr>
        <p:txBody>
          <a:bodyPr>
            <a:spAutoFit/>
          </a:bodyPr>
          <a:lstStyle>
            <a:lvl1pPr>
              <a:defRPr>
                <a:solidFill>
                  <a:schemeClr val="tx1">
                    <a:lumMod val="75000"/>
                    <a:lumOff val="25000"/>
                  </a:schemeClr>
                </a:solidFill>
              </a:defRPr>
            </a:lvl1pPr>
          </a:lstStyle>
          <a:p>
            <a:r>
              <a:rPr lang="en-US"/>
              <a:t>Your Logo Here</a:t>
            </a:r>
            <a:endParaRPr lang="en-US" dirty="0"/>
          </a:p>
        </p:txBody>
      </p:sp>
      <p:sp>
        <p:nvSpPr>
          <p:cNvPr id="6" name="Rectangle 5">
            <a:extLst>
              <a:ext uri="{FF2B5EF4-FFF2-40B4-BE49-F238E27FC236}">
                <a16:creationId xmlns:a16="http://schemas.microsoft.com/office/drawing/2014/main" id="{98C9F7F1-EEC7-46BD-A1BF-A84E2080AB06}"/>
              </a:ext>
            </a:extLst>
          </p:cNvPr>
          <p:cNvSpPr/>
          <p:nvPr userDrawn="1"/>
        </p:nvSpPr>
        <p:spPr>
          <a:xfrm>
            <a:off x="0" y="6511448"/>
            <a:ext cx="10263189"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697E84-B24C-45E1-B5E2-2055DC460E2B}"/>
              </a:ext>
            </a:extLst>
          </p:cNvPr>
          <p:cNvSpPr/>
          <p:nvPr userDrawn="1"/>
        </p:nvSpPr>
        <p:spPr>
          <a:xfrm>
            <a:off x="11620500" y="525817"/>
            <a:ext cx="571500" cy="4924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13" name="Rectangle 12">
            <a:extLst>
              <a:ext uri="{FF2B5EF4-FFF2-40B4-BE49-F238E27FC236}">
                <a16:creationId xmlns:a16="http://schemas.microsoft.com/office/drawing/2014/main" id="{CA86CD30-C1F7-4F1C-A2BE-296375984BEE}"/>
              </a:ext>
            </a:extLst>
          </p:cNvPr>
          <p:cNvSpPr/>
          <p:nvPr userDrawn="1"/>
        </p:nvSpPr>
        <p:spPr>
          <a:xfrm>
            <a:off x="11824884" y="6511448"/>
            <a:ext cx="367116"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CBA262D7-A96F-4408-8F02-4886014BC2D4}"/>
              </a:ext>
            </a:extLst>
          </p:cNvPr>
          <p:cNvSpPr>
            <a:spLocks noGrp="1"/>
          </p:cNvSpPr>
          <p:nvPr>
            <p:ph type="sldNum" sz="quarter" idx="12"/>
          </p:nvPr>
        </p:nvSpPr>
        <p:spPr>
          <a:xfrm>
            <a:off x="11677650" y="589475"/>
            <a:ext cx="419100" cy="365125"/>
          </a:xfrm>
        </p:spPr>
        <p:txBody>
          <a:bodyPr/>
          <a:lstStyle>
            <a:lvl1pPr algn="ctr">
              <a:defRPr sz="1000">
                <a:solidFill>
                  <a:schemeClr val="bg1"/>
                </a:solidFill>
              </a:defRPr>
            </a:lvl1pPr>
          </a:lstStyle>
          <a:p>
            <a:fld id="{0FD50806-BABF-4915-9689-3B9956D1C75C}" type="slidenum">
              <a:rPr lang="en-US" smtClean="0"/>
              <a:pPr/>
              <a:t>‹#›</a:t>
            </a:fld>
            <a:endParaRPr lang="en-US" dirty="0"/>
          </a:p>
        </p:txBody>
      </p:sp>
      <p:grpSp>
        <p:nvGrpSpPr>
          <p:cNvPr id="15" name="Group 14">
            <a:extLst>
              <a:ext uri="{FF2B5EF4-FFF2-40B4-BE49-F238E27FC236}">
                <a16:creationId xmlns:a16="http://schemas.microsoft.com/office/drawing/2014/main" id="{75309FA6-F672-455E-955D-B63C2E15B767}"/>
              </a:ext>
            </a:extLst>
          </p:cNvPr>
          <p:cNvGrpSpPr/>
          <p:nvPr userDrawn="1"/>
        </p:nvGrpSpPr>
        <p:grpSpPr>
          <a:xfrm>
            <a:off x="334126" y="6577411"/>
            <a:ext cx="1084573" cy="141598"/>
            <a:chOff x="334126" y="6490192"/>
            <a:chExt cx="1084573" cy="141598"/>
          </a:xfrm>
        </p:grpSpPr>
        <p:sp>
          <p:nvSpPr>
            <p:cNvPr id="16" name="Rectangle: Rounded Corners 15">
              <a:extLst>
                <a:ext uri="{FF2B5EF4-FFF2-40B4-BE49-F238E27FC236}">
                  <a16:creationId xmlns:a16="http://schemas.microsoft.com/office/drawing/2014/main" id="{14FEBCF0-94B1-404B-8C9F-2DCA574C8B2D}"/>
                </a:ext>
              </a:extLst>
            </p:cNvPr>
            <p:cNvSpPr/>
            <p:nvPr/>
          </p:nvSpPr>
          <p:spPr>
            <a:xfrm rot="18900000" flipH="1">
              <a:off x="334126" y="6490192"/>
              <a:ext cx="141598" cy="141598"/>
            </a:xfrm>
            <a:prstGeom prst="roundRect">
              <a:avLst>
                <a:gd name="adj" fmla="val 1108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A76D0EC6-9588-45EE-90D4-6E4C69D39683}"/>
                </a:ext>
              </a:extLst>
            </p:cNvPr>
            <p:cNvSpPr/>
            <p:nvPr/>
          </p:nvSpPr>
          <p:spPr>
            <a:xfrm rot="18900000" flipH="1">
              <a:off x="648451" y="6490192"/>
              <a:ext cx="141598" cy="141598"/>
            </a:xfrm>
            <a:prstGeom prst="roundRect">
              <a:avLst>
                <a:gd name="adj" fmla="val 110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987DA7BA-10C8-4993-9A03-3A5333A3916C}"/>
                </a:ext>
              </a:extLst>
            </p:cNvPr>
            <p:cNvSpPr/>
            <p:nvPr/>
          </p:nvSpPr>
          <p:spPr>
            <a:xfrm rot="18900000" flipH="1">
              <a:off x="962776" y="6490192"/>
              <a:ext cx="141598" cy="141598"/>
            </a:xfrm>
            <a:prstGeom prst="roundRect">
              <a:avLst>
                <a:gd name="adj" fmla="val 1108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9BB0092-77B4-406B-A737-5C223E99A5A5}"/>
                </a:ext>
              </a:extLst>
            </p:cNvPr>
            <p:cNvSpPr/>
            <p:nvPr/>
          </p:nvSpPr>
          <p:spPr>
            <a:xfrm rot="18900000" flipH="1">
              <a:off x="1277101" y="6490192"/>
              <a:ext cx="141598" cy="141598"/>
            </a:xfrm>
            <a:prstGeom prst="roundRect">
              <a:avLst>
                <a:gd name="adj" fmla="val 1108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3813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784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40A7A7-E9A0-4E04-A49D-FE5DEC9F4FB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073F6A6D-2933-4FAD-B95C-A0D8298AC4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0A1EC83C-127F-430C-A981-D8CDF8DD6D86}"/>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FE88149A-BEF0-4F7B-8175-F5136B8410E5}"/>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9C567D5-4742-4738-9BE8-8148B19D55FA}"/>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1245830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31645-05F2-42CC-990A-FE1E442CF390}"/>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4AF4B2AF-0EAB-4DD5-BA8A-594AB3F7236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175CA05-DE11-4821-87B3-2594A7DE9439}"/>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C0150A0A-D7E0-4856-8B04-710F79511410}"/>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93F59CB-1332-4175-A659-1310144096D1}"/>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262693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5A922D-7AA7-45C9-A6C4-19F6B07A8A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98353FFD-4116-4527-841E-470B837377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0CF3870-B2B5-44D6-8FA5-890A275DC0C9}"/>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22E72FE6-5D19-451F-9CB6-B637EDBBB63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E3AB048-EF6A-4A0B-88FC-E805A7B6710B}"/>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262235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96024D-A637-4D3D-A3C3-E51849E4EA7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794A67-D5A5-469A-B1CD-1C83C442CB1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4C095398-59CD-4A6B-AD9F-B35E537922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3EE7AEF0-32FF-481B-A002-5B012F2BB04B}"/>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6" name="Marcador de pie de página 5">
            <a:extLst>
              <a:ext uri="{FF2B5EF4-FFF2-40B4-BE49-F238E27FC236}">
                <a16:creationId xmlns:a16="http://schemas.microsoft.com/office/drawing/2014/main" id="{6D61269F-754D-4A95-B0C9-9F38D8A6C482}"/>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18BFB2A5-1F5A-47E9-A384-0947F1A48B24}"/>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2240499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33A92-F24E-406B-993A-04C5534153F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9DB3173-72F6-46FE-9F12-9F7FF252C1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B527B14-E58F-4D40-827C-6B4E752B23D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26AD5A4D-45D3-4702-81CE-C77E2FA5D3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926C578-FF78-42C9-A43F-677D66D6CCA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D83E1B79-BD75-4F0A-A671-CB4F1BD5C6C7}"/>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8" name="Marcador de pie de página 7">
            <a:extLst>
              <a:ext uri="{FF2B5EF4-FFF2-40B4-BE49-F238E27FC236}">
                <a16:creationId xmlns:a16="http://schemas.microsoft.com/office/drawing/2014/main" id="{5C43D1EF-194D-4B37-B04D-484158711EE2}"/>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6C3FF4F0-A418-498B-964B-874AF65A6CE5}"/>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4046176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25A8A-E789-477D-A451-59584E87905E}"/>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63D12ECF-C450-4B6B-BBA5-08F75FF3DE20}"/>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4" name="Marcador de pie de página 3">
            <a:extLst>
              <a:ext uri="{FF2B5EF4-FFF2-40B4-BE49-F238E27FC236}">
                <a16:creationId xmlns:a16="http://schemas.microsoft.com/office/drawing/2014/main" id="{7594BD71-31AC-4C72-A7B4-F48F8DC72EB3}"/>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1BEB595B-4295-4B15-9AAD-F198E9577821}"/>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279324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EB6072-05AA-4752-80DA-AE6F56C8626B}"/>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3" name="Marcador de pie de página 2">
            <a:extLst>
              <a:ext uri="{FF2B5EF4-FFF2-40B4-BE49-F238E27FC236}">
                <a16:creationId xmlns:a16="http://schemas.microsoft.com/office/drawing/2014/main" id="{1A5C52C8-F3E6-4DC5-897D-93B274658B46}"/>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D75D5AC2-1AB1-41D5-8809-5F6B837BB453}"/>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149896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CAE93C-5CB0-42CE-8ABB-DE34A38106B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6219579B-188C-4737-84D1-489AF37F83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A3C1D86F-43C7-4764-A6DE-2054B14F3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A4B1755-41EE-4596-AF6B-7B7AC6521A76}"/>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6" name="Marcador de pie de página 5">
            <a:extLst>
              <a:ext uri="{FF2B5EF4-FFF2-40B4-BE49-F238E27FC236}">
                <a16:creationId xmlns:a16="http://schemas.microsoft.com/office/drawing/2014/main" id="{C817AFD1-24CA-4858-98E9-D3FB4BFE796F}"/>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70F2F19-CC95-41B5-BEC0-07E40A502A26}"/>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3710040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79839E-A93F-4AE9-B777-42DAD35F18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3CF7405-E3F4-4791-863E-C6EF68F95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A7C3DB3E-F861-45AF-8148-34918DAD4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49FE0F-292E-4746-8C08-25C3F8DF8D68}"/>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6" name="Marcador de pie de página 5">
            <a:extLst>
              <a:ext uri="{FF2B5EF4-FFF2-40B4-BE49-F238E27FC236}">
                <a16:creationId xmlns:a16="http://schemas.microsoft.com/office/drawing/2014/main" id="{8694BCFF-F1B8-4296-AD1A-ADFCADAD11D2}"/>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D71DB56-B6EE-4609-8CB3-30A1A79A5B69}"/>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3066230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989F7A-3FC7-4D7B-A4B2-D67DFE33F6E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26E80C77-C77E-4F04-95FA-A187125D826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B2B80840-17DC-4527-848A-2965F90D1B39}"/>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F07D085F-FFE8-4455-BF30-920907E47D2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6CB9C9C8-5946-4A60-8BD1-963B288BE194}"/>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2061095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8EC17D5-2304-44C5-B1E5-0D6966D77D7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8AD8E4A2-2AA6-442C-AAE8-B13FA90D816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E569C75-6D8F-4695-8C85-B3F92DC67E9B}"/>
              </a:ext>
            </a:extLst>
          </p:cNvPr>
          <p:cNvSpPr>
            <a:spLocks noGrp="1"/>
          </p:cNvSpPr>
          <p:nvPr>
            <p:ph type="dt" sz="half" idx="10"/>
          </p:nvPr>
        </p:nvSpPr>
        <p:spPr/>
        <p:txBody>
          <a:body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270D4CDB-2F02-4BFB-AA4F-D0C1E4C03E90}"/>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299153B-8F05-4C01-8841-58CE5AB57D83}"/>
              </a:ext>
            </a:extLst>
          </p:cNvPr>
          <p:cNvSpPr>
            <a:spLocks noGrp="1"/>
          </p:cNvSpPr>
          <p:nvPr>
            <p:ph type="sldNum" sz="quarter" idx="12"/>
          </p:nvPr>
        </p:nvSpPr>
        <p:spPr/>
        <p:txBody>
          <a:bodyPr/>
          <a:lstStyle/>
          <a:p>
            <a:fld id="{1828B8C2-75A7-42D6-850C-10E8C2027B35}" type="slidenum">
              <a:rPr lang="en-US" smtClean="0"/>
              <a:t>‹#›</a:t>
            </a:fld>
            <a:endParaRPr lang="en-US"/>
          </a:p>
        </p:txBody>
      </p:sp>
    </p:spTree>
    <p:extLst>
      <p:ext uri="{BB962C8B-B14F-4D97-AF65-F5344CB8AC3E}">
        <p14:creationId xmlns:p14="http://schemas.microsoft.com/office/powerpoint/2010/main" val="3779682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ags" Target="../tags/tag1.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6" Type="http://schemas.openxmlformats.org/officeDocument/2006/relationships/image" Target="../media/image1.emf"/><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oleObject" Target="../embeddings/oleObject1.bin"/><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59117-0F16-48ED-9718-C5D09846F9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B745ED-7A57-4683-810C-5E50039261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5B1BF-AD50-4239-805D-33B3AEE52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B879871-3CD6-4A1B-A275-2552C7EBC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Logo Here</a:t>
            </a:r>
          </a:p>
        </p:txBody>
      </p:sp>
      <p:sp>
        <p:nvSpPr>
          <p:cNvPr id="6" name="Slide Number Placeholder 5">
            <a:extLst>
              <a:ext uri="{FF2B5EF4-FFF2-40B4-BE49-F238E27FC236}">
                <a16:creationId xmlns:a16="http://schemas.microsoft.com/office/drawing/2014/main" id="{33081636-41B2-41A0-9EEE-E0104F8887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50806-BABF-4915-9689-3B9956D1C75C}" type="slidenum">
              <a:rPr lang="en-US" smtClean="0"/>
              <a:t>‹#›</a:t>
            </a:fld>
            <a:endParaRPr lang="en-US"/>
          </a:p>
        </p:txBody>
      </p:sp>
    </p:spTree>
    <p:extLst>
      <p:ext uri="{BB962C8B-B14F-4D97-AF65-F5344CB8AC3E}">
        <p14:creationId xmlns:p14="http://schemas.microsoft.com/office/powerpoint/2010/main" val="1116634034"/>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108B790-5212-4C17-9F64-1BB6A6995A2D}"/>
              </a:ext>
            </a:extLst>
          </p:cNvPr>
          <p:cNvGraphicFramePr>
            <a:graphicFrameLocks noChangeAspect="1"/>
          </p:cNvGraphicFramePr>
          <p:nvPr userDrawn="1">
            <p:custDataLst>
              <p:tags r:id="rId13"/>
            </p:custDataLst>
            <p:extLst>
              <p:ext uri="{D42A27DB-BD31-4B8C-83A1-F6EECF244321}">
                <p14:modId xmlns:p14="http://schemas.microsoft.com/office/powerpoint/2010/main" val="16102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83" imgH="384" progId="TCLayout.ActiveDocument.1">
                  <p:embed/>
                </p:oleObj>
              </mc:Choice>
              <mc:Fallback>
                <p:oleObj name="think-cell Slide" r:id="rId15" imgW="383" imgH="384" progId="TCLayout.ActiveDocument.1">
                  <p:embed/>
                  <p:pic>
                    <p:nvPicPr>
                      <p:cNvPr id="8" name="Object 7" hidden="1">
                        <a:extLst>
                          <a:ext uri="{FF2B5EF4-FFF2-40B4-BE49-F238E27FC236}">
                            <a16:creationId xmlns:a16="http://schemas.microsoft.com/office/drawing/2014/main" id="{D108B790-5212-4C17-9F64-1BB6A6995A2D}"/>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A474207-4A5F-4A30-8C50-83C7F03A259A}"/>
              </a:ext>
            </a:extLst>
          </p:cNvPr>
          <p:cNvSpPr/>
          <p:nvPr userDrawn="1">
            <p:custDataLst>
              <p:tags r:id="rId1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4400" b="0" i="0" baseline="0" dirty="0">
              <a:latin typeface="Calibri Light" panose="020F0302020204030204" pitchFamily="34" charset="0"/>
              <a:ea typeface="+mj-ea"/>
              <a:cs typeface="+mj-cs"/>
              <a:sym typeface="Calibri Light" panose="020F0302020204030204" pitchFamily="34" charset="0"/>
            </a:endParaRPr>
          </a:p>
        </p:txBody>
      </p:sp>
      <p:sp>
        <p:nvSpPr>
          <p:cNvPr id="2" name="Marcador de título 1">
            <a:extLst>
              <a:ext uri="{FF2B5EF4-FFF2-40B4-BE49-F238E27FC236}">
                <a16:creationId xmlns:a16="http://schemas.microsoft.com/office/drawing/2014/main" id="{6C9F4F55-DD75-4B22-A02D-60616CE849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89DB8B19-48EC-4A01-AB1C-6B0DA56200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8F6F3C4-BC08-462F-9268-5C9F6B78A7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1AF5FE-C9EF-4E41-B249-757B17A47A1B}" type="datetimeFigureOut">
              <a:rPr lang="en-US" smtClean="0"/>
              <a:t>2/1/2026</a:t>
            </a:fld>
            <a:endParaRPr lang="en-US"/>
          </a:p>
        </p:txBody>
      </p:sp>
      <p:sp>
        <p:nvSpPr>
          <p:cNvPr id="5" name="Marcador de pie de página 4">
            <a:extLst>
              <a:ext uri="{FF2B5EF4-FFF2-40B4-BE49-F238E27FC236}">
                <a16:creationId xmlns:a16="http://schemas.microsoft.com/office/drawing/2014/main" id="{01BD2215-ED0A-4ECD-AEFD-D1211E4C1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23FCAEF1-AD48-4328-A590-63C6EA282D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8B8C2-75A7-42D6-850C-10E8C2027B35}" type="slidenum">
              <a:rPr lang="en-US" smtClean="0"/>
              <a:t>‹#›</a:t>
            </a:fld>
            <a:endParaRPr lang="en-US"/>
          </a:p>
        </p:txBody>
      </p:sp>
    </p:spTree>
    <p:extLst>
      <p:ext uri="{BB962C8B-B14F-4D97-AF65-F5344CB8AC3E}">
        <p14:creationId xmlns:p14="http://schemas.microsoft.com/office/powerpoint/2010/main" val="3719721212"/>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xml"/><Relationship Id="rId7" Type="http://schemas.openxmlformats.org/officeDocument/2006/relationships/image" Target="../media/image6.svg"/><Relationship Id="rId2" Type="http://schemas.openxmlformats.org/officeDocument/2006/relationships/slideLayout" Target="../slideLayouts/slideLayout5.xml"/><Relationship Id="rId1" Type="http://schemas.openxmlformats.org/officeDocument/2006/relationships/tags" Target="../tags/tag3.xml"/><Relationship Id="rId6" Type="http://schemas.openxmlformats.org/officeDocument/2006/relationships/image" Target="../media/image5.png"/><Relationship Id="rId11" Type="http://schemas.openxmlformats.org/officeDocument/2006/relationships/image" Target="../media/image4.png"/><Relationship Id="rId5" Type="http://schemas.openxmlformats.org/officeDocument/2006/relationships/image" Target="../media/image1.emf"/><Relationship Id="rId10" Type="http://schemas.openxmlformats.org/officeDocument/2006/relationships/hyperlink" Target="https://24slides.com/discount" TargetMode="External"/><Relationship Id="rId4" Type="http://schemas.openxmlformats.org/officeDocument/2006/relationships/oleObject" Target="../embeddings/oleObject2.bin"/><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oleObject" Target="../embeddings/oleObject3.bin"/><Relationship Id="rId7" Type="http://schemas.openxmlformats.org/officeDocument/2006/relationships/image" Target="../media/image9.jpg"/><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8.svg"/><Relationship Id="rId11" Type="http://schemas.openxmlformats.org/officeDocument/2006/relationships/image" Target="../media/image13.web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1.emf"/><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oleObject" Target="../embeddings/oleObject3.bin"/><Relationship Id="rId7" Type="http://schemas.openxmlformats.org/officeDocument/2006/relationships/image" Target="../media/image14.png"/><Relationship Id="rId2" Type="http://schemas.openxmlformats.org/officeDocument/2006/relationships/slideLayout" Target="../slideLayouts/slideLayout5.xml"/><Relationship Id="rId1" Type="http://schemas.openxmlformats.org/officeDocument/2006/relationships/tags" Target="../tags/tag5.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oleObject" Target="../embeddings/oleObject2.bin"/><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slideLayout" Target="../slideLayouts/slideLayout5.xml"/><Relationship Id="rId1" Type="http://schemas.openxmlformats.org/officeDocument/2006/relationships/tags" Target="../tags/tag6.xml"/><Relationship Id="rId6" Type="http://schemas.openxmlformats.org/officeDocument/2006/relationships/image" Target="../media/image6.svg"/><Relationship Id="rId11" Type="http://schemas.openxmlformats.org/officeDocument/2006/relationships/image" Target="../media/image20.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image" Target="../media/image1.emf"/><Relationship Id="rId9" Type="http://schemas.openxmlformats.org/officeDocument/2006/relationships/image" Target="../media/image18.png"/><Relationship Id="rId1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C9681D9-380A-4EAF-91DB-E07432FF9C3F}"/>
              </a:ext>
            </a:extLst>
          </p:cNvPr>
          <p:cNvPicPr>
            <a:picLocks noChangeAspect="1"/>
          </p:cNvPicPr>
          <p:nvPr/>
        </p:nvPicPr>
        <p:blipFill rotWithShape="1">
          <a:blip r:embed="rId2">
            <a:extLst>
              <a:ext uri="{28A0092B-C50C-407E-A947-70E740481C1C}">
                <a14:useLocalDpi xmlns:a14="http://schemas.microsoft.com/office/drawing/2010/main" val="0"/>
              </a:ext>
            </a:extLst>
          </a:blip>
          <a:srcRect t="9748" b="5877"/>
          <a:stretch/>
        </p:blipFill>
        <p:spPr>
          <a:xfrm>
            <a:off x="0" y="1"/>
            <a:ext cx="12192000" cy="6857999"/>
          </a:xfrm>
          <a:prstGeom prst="rect">
            <a:avLst/>
          </a:prstGeom>
        </p:spPr>
      </p:pic>
      <p:sp>
        <p:nvSpPr>
          <p:cNvPr id="8" name="Rectangle 7">
            <a:extLst>
              <a:ext uri="{FF2B5EF4-FFF2-40B4-BE49-F238E27FC236}">
                <a16:creationId xmlns:a16="http://schemas.microsoft.com/office/drawing/2014/main" id="{64564789-A474-46BE-A2F2-4F27C6E39F3F}"/>
              </a:ext>
            </a:extLst>
          </p:cNvPr>
          <p:cNvSpPr/>
          <p:nvPr/>
        </p:nvSpPr>
        <p:spPr>
          <a:xfrm>
            <a:off x="0" y="0"/>
            <a:ext cx="12192000" cy="6858000"/>
          </a:xfrm>
          <a:prstGeom prst="rect">
            <a:avLst/>
          </a:prstGeom>
          <a:solidFill>
            <a:schemeClr val="tx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26E48B8-8B5D-DEBD-9B54-60FB9C1E3A1E}"/>
              </a:ext>
            </a:extLst>
          </p:cNvPr>
          <p:cNvSpPr/>
          <p:nvPr/>
        </p:nvSpPr>
        <p:spPr>
          <a:xfrm>
            <a:off x="3532374" y="3041584"/>
            <a:ext cx="5544951" cy="73984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E70207C-E81D-4E79-9654-07E51237BC3C}"/>
              </a:ext>
            </a:extLst>
          </p:cNvPr>
          <p:cNvSpPr/>
          <p:nvPr/>
        </p:nvSpPr>
        <p:spPr>
          <a:xfrm rot="18900000">
            <a:off x="9999285" y="328273"/>
            <a:ext cx="1585044" cy="1585044"/>
          </a:xfrm>
          <a:prstGeom prst="roundRect">
            <a:avLst>
              <a:gd name="adj" fmla="val 11080"/>
            </a:avLst>
          </a:pr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D2C300DA-4EC9-46EA-916D-25BEDAE0F239}"/>
              </a:ext>
            </a:extLst>
          </p:cNvPr>
          <p:cNvSpPr/>
          <p:nvPr/>
        </p:nvSpPr>
        <p:spPr>
          <a:xfrm rot="18900000">
            <a:off x="966781" y="4176660"/>
            <a:ext cx="1585044" cy="1585044"/>
          </a:xfrm>
          <a:prstGeom prst="roundRect">
            <a:avLst>
              <a:gd name="adj" fmla="val 11080"/>
            </a:avLst>
          </a:prstGeom>
          <a:solidFill>
            <a:schemeClr val="tx1">
              <a:lumMod val="95000"/>
              <a:lumOff val="5000"/>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FA111C5-A78D-479B-8C31-7C75D54750E4}"/>
              </a:ext>
            </a:extLst>
          </p:cNvPr>
          <p:cNvSpPr/>
          <p:nvPr/>
        </p:nvSpPr>
        <p:spPr>
          <a:xfrm>
            <a:off x="360470" y="297509"/>
            <a:ext cx="11471060" cy="6262983"/>
          </a:xfrm>
          <a:prstGeom prst="rect">
            <a:avLst/>
          </a:prstGeom>
          <a:noFill/>
          <a:ln>
            <a:solidFill>
              <a:srgbClr val="CE2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2907CD1A-2477-48CA-8693-2133EA1C329A}"/>
              </a:ext>
            </a:extLst>
          </p:cNvPr>
          <p:cNvGrpSpPr/>
          <p:nvPr/>
        </p:nvGrpSpPr>
        <p:grpSpPr>
          <a:xfrm>
            <a:off x="4167698" y="1224090"/>
            <a:ext cx="3856603" cy="4409819"/>
            <a:chOff x="4167698" y="1500698"/>
            <a:chExt cx="3856603" cy="4409819"/>
          </a:xfrm>
        </p:grpSpPr>
        <p:sp>
          <p:nvSpPr>
            <p:cNvPr id="12" name="Rectangle: Rounded Corners 11">
              <a:extLst>
                <a:ext uri="{FF2B5EF4-FFF2-40B4-BE49-F238E27FC236}">
                  <a16:creationId xmlns:a16="http://schemas.microsoft.com/office/drawing/2014/main" id="{485D1319-7BD4-47DE-B3DF-55B655BB34C4}"/>
                </a:ext>
              </a:extLst>
            </p:cNvPr>
            <p:cNvSpPr/>
            <p:nvPr/>
          </p:nvSpPr>
          <p:spPr>
            <a:xfrm rot="18900000">
              <a:off x="4167698" y="1500698"/>
              <a:ext cx="3856602" cy="3856602"/>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3A6B26EE-CB0C-4C1C-981C-B7972827533E}"/>
                </a:ext>
              </a:extLst>
            </p:cNvPr>
            <p:cNvSpPr/>
            <p:nvPr/>
          </p:nvSpPr>
          <p:spPr>
            <a:xfrm rot="18900000">
              <a:off x="4167699" y="2053915"/>
              <a:ext cx="3856602" cy="3856602"/>
            </a:xfrm>
            <a:prstGeom prst="roundRect">
              <a:avLst>
                <a:gd name="adj" fmla="val 11080"/>
              </a:avLst>
            </a:pr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AD3AC05-2DFE-4FEA-BD0F-67495472A283}"/>
              </a:ext>
            </a:extLst>
          </p:cNvPr>
          <p:cNvSpPr txBox="1"/>
          <p:nvPr/>
        </p:nvSpPr>
        <p:spPr>
          <a:xfrm>
            <a:off x="3359517" y="3059277"/>
            <a:ext cx="5890663" cy="646331"/>
          </a:xfrm>
          <a:prstGeom prst="rect">
            <a:avLst/>
          </a:prstGeom>
          <a:noFill/>
        </p:spPr>
        <p:txBody>
          <a:bodyPr wrap="square" rtlCol="0" anchor="ctr">
            <a:spAutoFit/>
          </a:bodyPr>
          <a:lstStyle/>
          <a:p>
            <a:pPr algn="ctr"/>
            <a:r>
              <a:rPr lang="en-US" sz="3600" b="1" dirty="0" err="1">
                <a:solidFill>
                  <a:schemeClr val="bg1"/>
                </a:solidFill>
                <a:latin typeface="+mj-lt"/>
              </a:rPr>
              <a:t>CrowdFunding</a:t>
            </a:r>
            <a:r>
              <a:rPr lang="en-US" sz="3600" b="1" dirty="0">
                <a:solidFill>
                  <a:schemeClr val="bg1"/>
                </a:solidFill>
                <a:latin typeface="+mj-lt"/>
              </a:rPr>
              <a:t> Analytics</a:t>
            </a:r>
          </a:p>
        </p:txBody>
      </p:sp>
      <p:sp>
        <p:nvSpPr>
          <p:cNvPr id="19" name="TextBox 18">
            <a:extLst>
              <a:ext uri="{FF2B5EF4-FFF2-40B4-BE49-F238E27FC236}">
                <a16:creationId xmlns:a16="http://schemas.microsoft.com/office/drawing/2014/main" id="{3BCC445D-99BF-4BD6-A87A-9AB46C82F7C1}"/>
              </a:ext>
            </a:extLst>
          </p:cNvPr>
          <p:cNvSpPr txBox="1"/>
          <p:nvPr/>
        </p:nvSpPr>
        <p:spPr>
          <a:xfrm>
            <a:off x="4619624" y="3513503"/>
            <a:ext cx="3705226" cy="3046988"/>
          </a:xfrm>
          <a:prstGeom prst="rect">
            <a:avLst/>
          </a:prstGeom>
          <a:noFill/>
        </p:spPr>
        <p:txBody>
          <a:bodyPr wrap="square" rtlCol="0" anchor="ctr">
            <a:spAutoFit/>
          </a:bodyPr>
          <a:lstStyle/>
          <a:p>
            <a:pPr algn="ctr"/>
            <a:endParaRPr lang="en-US" sz="1600" b="1" dirty="0">
              <a:solidFill>
                <a:schemeClr val="bg1"/>
              </a:solidFill>
            </a:endParaRPr>
          </a:p>
          <a:p>
            <a:pPr>
              <a:lnSpc>
                <a:spcPct val="150000"/>
              </a:lnSpc>
            </a:pPr>
            <a:r>
              <a:rPr lang="en-US" sz="1600" b="1" i="1" dirty="0">
                <a:solidFill>
                  <a:srgbClr val="00B0F0"/>
                </a:solidFill>
              </a:rPr>
              <a:t>PPT Presentation By:</a:t>
            </a:r>
          </a:p>
          <a:p>
            <a:pPr>
              <a:lnSpc>
                <a:spcPct val="150000"/>
              </a:lnSpc>
            </a:pPr>
            <a:r>
              <a:rPr lang="en-US" sz="1600" b="1" dirty="0" err="1">
                <a:solidFill>
                  <a:schemeClr val="accent1">
                    <a:lumMod val="60000"/>
                    <a:lumOff val="40000"/>
                  </a:schemeClr>
                </a:solidFill>
                <a:latin typeface="Arial" panose="020B0604020202020204" pitchFamily="34" charset="0"/>
                <a:cs typeface="Arial" panose="020B0604020202020204" pitchFamily="34" charset="0"/>
              </a:rPr>
              <a:t>D.Srimannarayana</a:t>
            </a:r>
            <a:endParaRPr lang="en-US" sz="1600" b="1" dirty="0">
              <a:solidFill>
                <a:schemeClr val="accent1">
                  <a:lumMod val="60000"/>
                  <a:lumOff val="40000"/>
                </a:schemeClr>
              </a:solidFill>
              <a:latin typeface="Arial" panose="020B0604020202020204" pitchFamily="34" charset="0"/>
              <a:cs typeface="Arial" panose="020B0604020202020204" pitchFamily="34" charset="0"/>
            </a:endParaRPr>
          </a:p>
          <a:p>
            <a:r>
              <a:rPr lang="en-US" sz="1600" b="1" dirty="0" err="1">
                <a:solidFill>
                  <a:schemeClr val="accent1">
                    <a:lumMod val="60000"/>
                    <a:lumOff val="40000"/>
                  </a:schemeClr>
                </a:solidFill>
                <a:latin typeface="Arial" panose="020B0604020202020204" pitchFamily="34" charset="0"/>
                <a:cs typeface="Arial" panose="020B0604020202020204" pitchFamily="34" charset="0"/>
              </a:rPr>
              <a:t>K.Shivanand</a:t>
            </a:r>
            <a:endParaRPr lang="en-US" sz="1600" b="1" dirty="0">
              <a:solidFill>
                <a:schemeClr val="accent1">
                  <a:lumMod val="60000"/>
                  <a:lumOff val="40000"/>
                </a:schemeClr>
              </a:solidFill>
              <a:latin typeface="Arial" panose="020B0604020202020204" pitchFamily="34" charset="0"/>
              <a:cs typeface="Arial" panose="020B0604020202020204" pitchFamily="34" charset="0"/>
            </a:endParaRPr>
          </a:p>
          <a:p>
            <a:r>
              <a:rPr lang="en-US" sz="1600" b="1" dirty="0" err="1">
                <a:solidFill>
                  <a:schemeClr val="accent1">
                    <a:lumMod val="60000"/>
                    <a:lumOff val="40000"/>
                  </a:schemeClr>
                </a:solidFill>
                <a:latin typeface="Arial" panose="020B0604020202020204" pitchFamily="34" charset="0"/>
                <a:cs typeface="Arial" panose="020B0604020202020204" pitchFamily="34" charset="0"/>
              </a:rPr>
              <a:t>V.Pavan</a:t>
            </a:r>
            <a:r>
              <a:rPr lang="en-US" sz="1600" b="1" dirty="0">
                <a:solidFill>
                  <a:schemeClr val="accent1">
                    <a:lumMod val="60000"/>
                    <a:lumOff val="40000"/>
                  </a:schemeClr>
                </a:solidFill>
                <a:latin typeface="Arial" panose="020B0604020202020204" pitchFamily="34" charset="0"/>
                <a:cs typeface="Arial" panose="020B0604020202020204" pitchFamily="34" charset="0"/>
              </a:rPr>
              <a:t> Kumar</a:t>
            </a:r>
          </a:p>
          <a:p>
            <a:r>
              <a:rPr lang="en-US" sz="1600" b="1" dirty="0">
                <a:solidFill>
                  <a:schemeClr val="accent1">
                    <a:lumMod val="60000"/>
                    <a:lumOff val="40000"/>
                  </a:schemeClr>
                </a:solidFill>
                <a:latin typeface="Arial" panose="020B0604020202020204" pitchFamily="34" charset="0"/>
                <a:cs typeface="Arial" panose="020B0604020202020204" pitchFamily="34" charset="0"/>
              </a:rPr>
              <a:t>Anmol Krishna Dubey</a:t>
            </a:r>
          </a:p>
          <a:p>
            <a:r>
              <a:rPr lang="en-US" sz="1600" b="1" dirty="0" err="1">
                <a:solidFill>
                  <a:schemeClr val="accent1">
                    <a:lumMod val="60000"/>
                    <a:lumOff val="40000"/>
                  </a:schemeClr>
                </a:solidFill>
                <a:latin typeface="Arial" panose="020B0604020202020204" pitchFamily="34" charset="0"/>
                <a:cs typeface="Arial" panose="020B0604020202020204" pitchFamily="34" charset="0"/>
              </a:rPr>
              <a:t>Sidhasila</a:t>
            </a:r>
            <a:r>
              <a:rPr lang="en-US" sz="1600" b="1" dirty="0">
                <a:solidFill>
                  <a:schemeClr val="accent1">
                    <a:lumMod val="60000"/>
                    <a:lumOff val="40000"/>
                  </a:schemeClr>
                </a:solidFill>
                <a:latin typeface="Arial" panose="020B0604020202020204" pitchFamily="34" charset="0"/>
                <a:cs typeface="Arial" panose="020B0604020202020204" pitchFamily="34" charset="0"/>
              </a:rPr>
              <a:t> Naik</a:t>
            </a:r>
          </a:p>
          <a:p>
            <a:r>
              <a:rPr lang="en-US" sz="1600" b="1" dirty="0">
                <a:solidFill>
                  <a:schemeClr val="accent1">
                    <a:lumMod val="60000"/>
                    <a:lumOff val="40000"/>
                  </a:schemeClr>
                </a:solidFill>
                <a:latin typeface="Arial" panose="020B0604020202020204" pitchFamily="34" charset="0"/>
                <a:cs typeface="Arial" panose="020B0604020202020204" pitchFamily="34" charset="0"/>
              </a:rPr>
              <a:t>Sebin Sabu</a:t>
            </a:r>
          </a:p>
          <a:p>
            <a:r>
              <a:rPr lang="en-US" sz="1600" b="1" dirty="0" err="1">
                <a:solidFill>
                  <a:schemeClr val="accent1">
                    <a:lumMod val="60000"/>
                    <a:lumOff val="40000"/>
                  </a:schemeClr>
                </a:solidFill>
                <a:latin typeface="Arial" panose="020B0604020202020204" pitchFamily="34" charset="0"/>
                <a:cs typeface="Arial" panose="020B0604020202020204" pitchFamily="34" charset="0"/>
              </a:rPr>
              <a:t>S.Akshaya</a:t>
            </a:r>
            <a:endParaRPr lang="en-US" sz="1600" b="1" dirty="0">
              <a:solidFill>
                <a:schemeClr val="accent1">
                  <a:lumMod val="60000"/>
                  <a:lumOff val="40000"/>
                </a:schemeClr>
              </a:solidFill>
              <a:latin typeface="Arial" panose="020B0604020202020204" pitchFamily="34" charset="0"/>
              <a:cs typeface="Arial" panose="020B0604020202020204" pitchFamily="34" charset="0"/>
            </a:endParaRPr>
          </a:p>
          <a:p>
            <a:pPr algn="ctr"/>
            <a:endParaRPr lang="en-US" sz="1600" dirty="0">
              <a:solidFill>
                <a:schemeClr val="bg1"/>
              </a:solidFill>
            </a:endParaRPr>
          </a:p>
          <a:p>
            <a:pPr algn="ctr"/>
            <a:endParaRPr lang="en-US" sz="1600" dirty="0">
              <a:solidFill>
                <a:schemeClr val="bg1"/>
              </a:solidFill>
            </a:endParaRPr>
          </a:p>
        </p:txBody>
      </p:sp>
      <p:sp>
        <p:nvSpPr>
          <p:cNvPr id="21" name="Rectangle: Rounded Corners 20">
            <a:extLst>
              <a:ext uri="{FF2B5EF4-FFF2-40B4-BE49-F238E27FC236}">
                <a16:creationId xmlns:a16="http://schemas.microsoft.com/office/drawing/2014/main" id="{34457E54-1FC4-4040-9DF5-1D27FD6BBD8C}"/>
              </a:ext>
            </a:extLst>
          </p:cNvPr>
          <p:cNvSpPr/>
          <p:nvPr/>
        </p:nvSpPr>
        <p:spPr>
          <a:xfrm rot="18900000">
            <a:off x="-6742765" y="-1434593"/>
            <a:ext cx="3681702" cy="3681702"/>
          </a:xfrm>
          <a:prstGeom prst="roundRect">
            <a:avLst>
              <a:gd name="adj" fmla="val 11080"/>
            </a:avLst>
          </a:pr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1FF3AA5-65B8-4250-9FA5-E730BA5D93C8}"/>
              </a:ext>
            </a:extLst>
          </p:cNvPr>
          <p:cNvSpPr/>
          <p:nvPr/>
        </p:nvSpPr>
        <p:spPr>
          <a:xfrm>
            <a:off x="9593942" y="5808574"/>
            <a:ext cx="2293258" cy="1049426"/>
          </a:xfrm>
          <a:custGeom>
            <a:avLst/>
            <a:gdLst>
              <a:gd name="connsiteX0" fmla="*/ 1146629 w 2293258"/>
              <a:gd name="connsiteY0" fmla="*/ 0 h 1049426"/>
              <a:gd name="connsiteX1" fmla="*/ 1312564 w 2293258"/>
              <a:gd name="connsiteY1" fmla="*/ 68733 h 1049426"/>
              <a:gd name="connsiteX2" fmla="*/ 2293258 w 2293258"/>
              <a:gd name="connsiteY2" fmla="*/ 1049426 h 1049426"/>
              <a:gd name="connsiteX3" fmla="*/ 0 w 2293258"/>
              <a:gd name="connsiteY3" fmla="*/ 1049426 h 1049426"/>
              <a:gd name="connsiteX4" fmla="*/ 980694 w 2293258"/>
              <a:gd name="connsiteY4" fmla="*/ 68733 h 1049426"/>
              <a:gd name="connsiteX5" fmla="*/ 1146629 w 2293258"/>
              <a:gd name="connsiteY5" fmla="*/ 0 h 10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3258" h="1049426">
                <a:moveTo>
                  <a:pt x="1146629" y="0"/>
                </a:moveTo>
                <a:cubicBezTo>
                  <a:pt x="1206686" y="0"/>
                  <a:pt x="1266742" y="22911"/>
                  <a:pt x="1312564" y="68733"/>
                </a:cubicBezTo>
                <a:lnTo>
                  <a:pt x="2293258" y="1049426"/>
                </a:lnTo>
                <a:lnTo>
                  <a:pt x="0" y="1049426"/>
                </a:lnTo>
                <a:lnTo>
                  <a:pt x="980694" y="68733"/>
                </a:lnTo>
                <a:cubicBezTo>
                  <a:pt x="1026516" y="22911"/>
                  <a:pt x="1086572" y="0"/>
                  <a:pt x="1146629"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9BCCD400-5AC0-46BA-AF0D-532EA062DDFE}"/>
              </a:ext>
            </a:extLst>
          </p:cNvPr>
          <p:cNvSpPr/>
          <p:nvPr/>
        </p:nvSpPr>
        <p:spPr>
          <a:xfrm>
            <a:off x="0" y="0"/>
            <a:ext cx="2739184" cy="2840643"/>
          </a:xfrm>
          <a:custGeom>
            <a:avLst/>
            <a:gdLst>
              <a:gd name="connsiteX0" fmla="*/ 0 w 2739184"/>
              <a:gd name="connsiteY0" fmla="*/ 0 h 2840643"/>
              <a:gd name="connsiteX1" fmla="*/ 2501897 w 2739184"/>
              <a:gd name="connsiteY1" fmla="*/ 0 h 2840643"/>
              <a:gd name="connsiteX2" fmla="*/ 2619703 w 2739184"/>
              <a:gd name="connsiteY2" fmla="*/ 117806 h 2840643"/>
              <a:gd name="connsiteX3" fmla="*/ 2619703 w 2739184"/>
              <a:gd name="connsiteY3" fmla="*/ 694710 h 2840643"/>
              <a:gd name="connsiteX4" fmla="*/ 593251 w 2739184"/>
              <a:gd name="connsiteY4" fmla="*/ 2721162 h 2840643"/>
              <a:gd name="connsiteX5" fmla="*/ 16347 w 2739184"/>
              <a:gd name="connsiteY5" fmla="*/ 2721162 h 2840643"/>
              <a:gd name="connsiteX6" fmla="*/ 0 w 2739184"/>
              <a:gd name="connsiteY6" fmla="*/ 2704815 h 2840643"/>
              <a:gd name="connsiteX7" fmla="*/ 0 w 2739184"/>
              <a:gd name="connsiteY7" fmla="*/ 0 h 284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39184" h="2840643">
                <a:moveTo>
                  <a:pt x="0" y="0"/>
                </a:moveTo>
                <a:lnTo>
                  <a:pt x="2501897" y="0"/>
                </a:lnTo>
                <a:lnTo>
                  <a:pt x="2619703" y="117806"/>
                </a:lnTo>
                <a:cubicBezTo>
                  <a:pt x="2779011" y="277113"/>
                  <a:pt x="2779011" y="535403"/>
                  <a:pt x="2619703" y="694710"/>
                </a:cubicBezTo>
                <a:lnTo>
                  <a:pt x="593251" y="2721162"/>
                </a:lnTo>
                <a:cubicBezTo>
                  <a:pt x="433944" y="2880470"/>
                  <a:pt x="175654" y="2880470"/>
                  <a:pt x="16347" y="2721162"/>
                </a:cubicBezTo>
                <a:lnTo>
                  <a:pt x="0" y="2704815"/>
                </a:lnTo>
                <a:lnTo>
                  <a:pt x="0" y="0"/>
                </a:ln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89BDC54-EF46-BF2F-8E63-8BA110D974E3}"/>
              </a:ext>
            </a:extLst>
          </p:cNvPr>
          <p:cNvSpPr txBox="1"/>
          <p:nvPr/>
        </p:nvSpPr>
        <p:spPr>
          <a:xfrm>
            <a:off x="4619624" y="6119472"/>
            <a:ext cx="4711326" cy="369332"/>
          </a:xfrm>
          <a:prstGeom prst="rect">
            <a:avLst/>
          </a:prstGeom>
          <a:noFill/>
        </p:spPr>
        <p:txBody>
          <a:bodyPr wrap="square" rtlCol="0">
            <a:spAutoFit/>
          </a:bodyPr>
          <a:lstStyle/>
          <a:p>
            <a:r>
              <a:rPr lang="en-IN" sz="1600" b="1" dirty="0">
                <a:solidFill>
                  <a:schemeClr val="bg1"/>
                </a:solidFill>
                <a:latin typeface="Algerian" panose="04020705040A02060702" pitchFamily="82" charset="0"/>
                <a:cs typeface="Times New Roman" panose="02020603050405020304" pitchFamily="18" charset="0"/>
              </a:rPr>
              <a:t>Project Guide </a:t>
            </a:r>
            <a:r>
              <a:rPr lang="en-IN" b="1" dirty="0">
                <a:solidFill>
                  <a:schemeClr val="bg1"/>
                </a:solidFill>
              </a:rPr>
              <a:t>: </a:t>
            </a:r>
            <a:r>
              <a:rPr lang="en-IN" sz="1600" b="1" dirty="0" err="1">
                <a:solidFill>
                  <a:srgbClr val="92D050"/>
                </a:solidFill>
                <a:latin typeface="Times New Roman" panose="02020603050405020304" pitchFamily="18" charset="0"/>
                <a:cs typeface="Times New Roman" panose="02020603050405020304" pitchFamily="18" charset="0"/>
              </a:rPr>
              <a:t>Yaragudi</a:t>
            </a:r>
            <a:r>
              <a:rPr lang="en-IN" sz="1600" b="1" dirty="0">
                <a:solidFill>
                  <a:srgbClr val="92D050"/>
                </a:solidFill>
                <a:latin typeface="Times New Roman" panose="02020603050405020304" pitchFamily="18" charset="0"/>
                <a:cs typeface="Times New Roman" panose="02020603050405020304" pitchFamily="18" charset="0"/>
              </a:rPr>
              <a:t> Asif Ahmad Sir</a:t>
            </a:r>
          </a:p>
        </p:txBody>
      </p:sp>
      <p:pic>
        <p:nvPicPr>
          <p:cNvPr id="6" name="Picture 5">
            <a:extLst>
              <a:ext uri="{FF2B5EF4-FFF2-40B4-BE49-F238E27FC236}">
                <a16:creationId xmlns:a16="http://schemas.microsoft.com/office/drawing/2014/main" id="{EFFBB8D1-51DB-67CE-EEF8-4B9616679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29" y="704818"/>
            <a:ext cx="1566896" cy="63820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9" name="Picture 8">
            <a:extLst>
              <a:ext uri="{FF2B5EF4-FFF2-40B4-BE49-F238E27FC236}">
                <a16:creationId xmlns:a16="http://schemas.microsoft.com/office/drawing/2014/main" id="{9C71AD7E-A6E2-97D0-9566-36D201265C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4624" y="541737"/>
            <a:ext cx="1047750" cy="96436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105940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683B8"/>
            </a:gs>
            <a:gs pos="100000">
              <a:srgbClr val="7030A0"/>
            </a:gs>
          </a:gsLst>
          <a:lin ang="189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D719AAB-2F12-4339-9875-95D960D574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5" name="Object 4" hidden="1">
                        <a:extLst>
                          <a:ext uri="{FF2B5EF4-FFF2-40B4-BE49-F238E27FC236}">
                            <a16:creationId xmlns:a16="http://schemas.microsoft.com/office/drawing/2014/main" id="{CD719AAB-2F12-4339-9875-95D960D574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Graphic 2">
            <a:extLst>
              <a:ext uri="{FF2B5EF4-FFF2-40B4-BE49-F238E27FC236}">
                <a16:creationId xmlns:a16="http://schemas.microsoft.com/office/drawing/2014/main" id="{18F38126-25AF-464E-AB13-FE4602C248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1900929"/>
            <a:ext cx="6438900" cy="4957071"/>
          </a:xfrm>
          <a:prstGeom prst="rect">
            <a:avLst/>
          </a:prstGeom>
        </p:spPr>
      </p:pic>
      <p:pic>
        <p:nvPicPr>
          <p:cNvPr id="6" name="Graphic 5">
            <a:extLst>
              <a:ext uri="{FF2B5EF4-FFF2-40B4-BE49-F238E27FC236}">
                <a16:creationId xmlns:a16="http://schemas.microsoft.com/office/drawing/2014/main" id="{B3E961F3-288C-457C-9BA2-C911A7DF26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37700" y="1"/>
            <a:ext cx="2654300" cy="1726584"/>
          </a:xfrm>
          <a:prstGeom prst="rect">
            <a:avLst/>
          </a:prstGeom>
        </p:spPr>
      </p:pic>
      <p:sp>
        <p:nvSpPr>
          <p:cNvPr id="11" name="Rectángulo 3">
            <a:extLst>
              <a:ext uri="{FF2B5EF4-FFF2-40B4-BE49-F238E27FC236}">
                <a16:creationId xmlns:a16="http://schemas.microsoft.com/office/drawing/2014/main" id="{9A843861-CFBB-4FA6-B40A-1FA349CFC17D}"/>
              </a:ext>
            </a:extLst>
          </p:cNvPr>
          <p:cNvSpPr/>
          <p:nvPr/>
        </p:nvSpPr>
        <p:spPr>
          <a:xfrm>
            <a:off x="357981" y="1121420"/>
            <a:ext cx="10166950" cy="3108543"/>
          </a:xfrm>
          <a:prstGeom prst="rect">
            <a:avLst/>
          </a:prstGeom>
        </p:spPr>
        <p:txBody>
          <a:bodyPr wrap="square">
            <a:spAutoFit/>
          </a:bodyPr>
          <a:lstStyle/>
          <a:p>
            <a:pPr lvl="0" algn="just">
              <a:spcBef>
                <a:spcPts val="600"/>
              </a:spcBef>
              <a:spcAft>
                <a:spcPts val="600"/>
              </a:spcAft>
              <a:defRPr/>
            </a:pPr>
            <a:r>
              <a:rPr lang="en-US" b="1" dirty="0">
                <a:solidFill>
                  <a:schemeClr val="accent4">
                    <a:lumMod val="60000"/>
                    <a:lumOff val="40000"/>
                  </a:schemeClr>
                </a:solidFill>
              </a:rPr>
              <a:t>Crowdfunding analytics converts raw crowdfunding data into actionable insights. Creators launch projects with a funding goal and deadline, while backers support ideas by investing money. A project succeeds if the goal is met before the deadline; otherwise, it fails. This project analyzes Kickstarter crowdfunding data to identify trends and patterns that help improve creators’ success rates and enable more successful projects.</a:t>
            </a:r>
            <a:endParaRPr kumimoji="0" lang="en-US" b="1" i="0" u="none" strike="noStrike" kern="1200" cap="none" spc="0" normalizeH="0" baseline="0" noProof="0" dirty="0">
              <a:ln>
                <a:noFill/>
              </a:ln>
              <a:solidFill>
                <a:schemeClr val="accent4">
                  <a:lumMod val="60000"/>
                  <a:lumOff val="40000"/>
                </a:schemeClr>
              </a:solidFill>
              <a:effectLst/>
              <a:uLnTx/>
              <a:uFillTx/>
              <a:latin typeface="Segoe UI" panose="020B0502040204020203" pitchFamily="34" charset="0"/>
              <a:ea typeface="+mn-ea"/>
              <a:cs typeface="Segoe UI" panose="020B0502040204020203" pitchFamily="34" charset="0"/>
            </a:endParaRPr>
          </a:p>
          <a:p>
            <a:pPr marL="0" marR="0" lvl="0" indent="0" algn="just" defTabSz="914400" rtl="0" eaLnBrk="1" fontAlgn="auto" latinLnBrk="0" hangingPunct="1">
              <a:spcBef>
                <a:spcPts val="600"/>
              </a:spcBef>
              <a:spcAft>
                <a:spcPts val="600"/>
              </a:spcAft>
              <a:buClrTx/>
              <a:buSzTx/>
              <a:buFontTx/>
              <a:buNone/>
              <a:tabLst/>
              <a:defRPr/>
            </a:pPr>
            <a:endParaRPr lang="en-US" b="1" dirty="0">
              <a:solidFill>
                <a:schemeClr val="accent4">
                  <a:lumMod val="60000"/>
                  <a:lumOff val="40000"/>
                </a:schemeClr>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lang="en-US" sz="1600" b="1" dirty="0">
              <a:solidFill>
                <a:prstClr val="white"/>
              </a:solidFill>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M</a:t>
            </a:r>
          </a:p>
        </p:txBody>
      </p:sp>
      <p:sp>
        <p:nvSpPr>
          <p:cNvPr id="43" name="Rectángulo 3">
            <a:extLst>
              <a:ext uri="{FF2B5EF4-FFF2-40B4-BE49-F238E27FC236}">
                <a16:creationId xmlns:a16="http://schemas.microsoft.com/office/drawing/2014/main" id="{7E5FF4C7-7D02-4B66-886F-64062BCE06F7}"/>
              </a:ext>
            </a:extLst>
          </p:cNvPr>
          <p:cNvSpPr/>
          <p:nvPr/>
        </p:nvSpPr>
        <p:spPr>
          <a:xfrm>
            <a:off x="319658" y="4021736"/>
            <a:ext cx="10484191" cy="1709507"/>
          </a:xfrm>
          <a:prstGeom prst="rect">
            <a:avLst/>
          </a:prstGeom>
        </p:spPr>
        <p:txBody>
          <a:bodyPr wrap="square" anchor="ctr">
            <a:spAutoFit/>
          </a:bodyPr>
          <a:lstStyle/>
          <a:p>
            <a:pPr lvl="0" algn="just">
              <a:lnSpc>
                <a:spcPct val="150000"/>
              </a:lnSpc>
              <a:spcBef>
                <a:spcPts val="600"/>
              </a:spcBef>
              <a:spcAft>
                <a:spcPts val="600"/>
              </a:spcAft>
              <a:defRPr/>
            </a:pPr>
            <a:r>
              <a:rPr lang="en-US" b="1" dirty="0">
                <a:solidFill>
                  <a:schemeClr val="tx2">
                    <a:lumMod val="75000"/>
                  </a:schemeClr>
                </a:solidFill>
              </a:rPr>
              <a:t>This project focuses on crowdfunding analytics, which transforms raw crowdfunding data into actionable insights. Data is extracted from the Kickstarter platform and analyzed using data analytics techniques to identify key trends and patterns. These insights help creators improve decision-making and increase the success rate of crowdfunding projects</a:t>
            </a:r>
            <a:r>
              <a:rPr lang="en-US" b="1" dirty="0"/>
              <a:t>. </a:t>
            </a:r>
            <a:endParaRPr kumimoji="0" lang="en-US"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4" name="Rectángulo 3">
            <a:extLst>
              <a:ext uri="{FF2B5EF4-FFF2-40B4-BE49-F238E27FC236}">
                <a16:creationId xmlns:a16="http://schemas.microsoft.com/office/drawing/2014/main" id="{A44D750B-C9EB-4F4D-A355-A79D22D68673}"/>
              </a:ext>
            </a:extLst>
          </p:cNvPr>
          <p:cNvSpPr/>
          <p:nvPr/>
        </p:nvSpPr>
        <p:spPr>
          <a:xfrm>
            <a:off x="357981" y="3908853"/>
            <a:ext cx="10073643" cy="1938992"/>
          </a:xfrm>
          <a:prstGeom prst="rect">
            <a:avLst/>
          </a:prstGeom>
        </p:spPr>
        <p:txBody>
          <a:bodyPr wrap="square" anchor="ctr">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 </a:t>
            </a:r>
            <a:endParaRPr kumimoji="0" lang="en-US" sz="1600" b="1"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lang="en-US" sz="1600" b="1"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1600" b="1"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lang="en-US" sz="1600" b="1"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600"/>
              </a:spcBef>
              <a:spcAft>
                <a:spcPts val="600"/>
              </a:spcAft>
              <a:buClrTx/>
              <a:buSzTx/>
              <a:buFontTx/>
              <a:buNone/>
              <a:tabLst/>
              <a:defRPr/>
            </a:pPr>
            <a:endParaRPr kumimoji="0" lang="en-US" sz="1600" b="1" i="0" u="none" strike="noStrike" kern="1200" cap="none" spc="0" normalizeH="0" baseline="0" noProof="0" dirty="0">
              <a:ln>
                <a:noFill/>
              </a:ln>
              <a:effectLst/>
              <a:uLnTx/>
              <a:uFillTx/>
              <a:latin typeface="Segoe UI" panose="020B0502040204020203" pitchFamily="34" charset="0"/>
              <a:ea typeface="+mn-ea"/>
              <a:cs typeface="Segoe UI" panose="020B0502040204020203" pitchFamily="34" charset="0"/>
            </a:endParaRPr>
          </a:p>
        </p:txBody>
      </p:sp>
      <p:sp>
        <p:nvSpPr>
          <p:cNvPr id="76" name="Freeform: Shape 75">
            <a:extLst>
              <a:ext uri="{FF2B5EF4-FFF2-40B4-BE49-F238E27FC236}">
                <a16:creationId xmlns:a16="http://schemas.microsoft.com/office/drawing/2014/main" id="{5C9DD4C0-72B9-4464-9AE6-96C554B321BF}"/>
              </a:ext>
            </a:extLst>
          </p:cNvPr>
          <p:cNvSpPr/>
          <p:nvPr/>
        </p:nvSpPr>
        <p:spPr>
          <a:xfrm>
            <a:off x="821438" y="47543"/>
            <a:ext cx="4093028" cy="2046514"/>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E7A5DD22-4E32-4F8F-A847-7FE291BD1358}"/>
              </a:ext>
            </a:extLst>
          </p:cNvPr>
          <p:cNvSpPr/>
          <p:nvPr/>
        </p:nvSpPr>
        <p:spPr>
          <a:xfrm rot="5400000">
            <a:off x="8731656" y="4279893"/>
            <a:ext cx="4613792" cy="2306896"/>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TextBox 72">
            <a:hlinkClick r:id="rId10"/>
            <a:extLst>
              <a:ext uri="{FF2B5EF4-FFF2-40B4-BE49-F238E27FC236}">
                <a16:creationId xmlns:a16="http://schemas.microsoft.com/office/drawing/2014/main" id="{EDE849A8-DF87-49BD-BA54-274015B4D81B}"/>
              </a:ext>
            </a:extLst>
          </p:cNvPr>
          <p:cNvSpPr txBox="1"/>
          <p:nvPr/>
        </p:nvSpPr>
        <p:spPr>
          <a:xfrm>
            <a:off x="319658" y="300663"/>
            <a:ext cx="2320905" cy="562630"/>
          </a:xfrm>
          <a:prstGeom prst="roundRect">
            <a:avLst>
              <a:gd name="adj" fmla="val 50000"/>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sz="2000" b="1" dirty="0">
                <a:solidFill>
                  <a:srgbClr val="0F6FC6">
                    <a:lumMod val="50000"/>
                  </a:srgbClr>
                </a:solidFill>
                <a:latin typeface="Segoe UI" panose="020B0502040204020203" pitchFamily="34" charset="0"/>
                <a:cs typeface="Segoe UI" panose="020B0502040204020203" pitchFamily="34" charset="0"/>
              </a:rPr>
              <a:t>Abstract :</a:t>
            </a:r>
            <a:endParaRPr kumimoji="0" lang="en-US" sz="2000" b="1" i="0" strike="noStrike" kern="1200" cap="none" spc="0" normalizeH="0" baseline="0" noProof="0" dirty="0">
              <a:ln>
                <a:noFill/>
              </a:ln>
              <a:solidFill>
                <a:srgbClr val="0F6FC6">
                  <a:lumMod val="50000"/>
                </a:srgbClr>
              </a:solidFill>
              <a:effectLst/>
              <a:uLnTx/>
              <a:uFillTx/>
              <a:latin typeface="Segoe UI" panose="020B0502040204020203" pitchFamily="34" charset="0"/>
              <a:ea typeface="+mn-ea"/>
              <a:cs typeface="Segoe UI" panose="020B0502040204020203" pitchFamily="34" charset="0"/>
            </a:endParaRPr>
          </a:p>
        </p:txBody>
      </p:sp>
      <p:sp>
        <p:nvSpPr>
          <p:cNvPr id="2" name="Rectangle: Rounded Corners 1">
            <a:extLst>
              <a:ext uri="{FF2B5EF4-FFF2-40B4-BE49-F238E27FC236}">
                <a16:creationId xmlns:a16="http://schemas.microsoft.com/office/drawing/2014/main" id="{037CDCE1-19F4-8273-7C6C-A09DCB04AF67}"/>
              </a:ext>
            </a:extLst>
          </p:cNvPr>
          <p:cNvSpPr/>
          <p:nvPr/>
        </p:nvSpPr>
        <p:spPr>
          <a:xfrm>
            <a:off x="379882" y="3163461"/>
            <a:ext cx="2428632" cy="628790"/>
          </a:xfrm>
          <a:prstGeom prst="round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Ø"/>
            </a:pPr>
            <a:r>
              <a:rPr lang="en-IN" sz="2400" b="1" dirty="0">
                <a:solidFill>
                  <a:schemeClr val="tx2">
                    <a:lumMod val="60000"/>
                    <a:lumOff val="40000"/>
                  </a:schemeClr>
                </a:solidFill>
              </a:rPr>
              <a:t>Introduction :</a:t>
            </a:r>
          </a:p>
        </p:txBody>
      </p:sp>
      <p:pic>
        <p:nvPicPr>
          <p:cNvPr id="8" name="Picture 7">
            <a:extLst>
              <a:ext uri="{FF2B5EF4-FFF2-40B4-BE49-F238E27FC236}">
                <a16:creationId xmlns:a16="http://schemas.microsoft.com/office/drawing/2014/main" id="{B1EAC1B4-DB21-8360-E1A3-B72CAD88E1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436493" y="32407"/>
            <a:ext cx="1204118" cy="97241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0" name="Rectangle: Rounded Corners 9">
            <a:extLst>
              <a:ext uri="{FF2B5EF4-FFF2-40B4-BE49-F238E27FC236}">
                <a16:creationId xmlns:a16="http://schemas.microsoft.com/office/drawing/2014/main" id="{876868B7-EC03-E0CF-53EE-D2852FC3DBA8}"/>
              </a:ext>
            </a:extLst>
          </p:cNvPr>
          <p:cNvSpPr/>
          <p:nvPr/>
        </p:nvSpPr>
        <p:spPr>
          <a:xfrm rot="10800000" flipH="1" flipV="1">
            <a:off x="319658" y="5974519"/>
            <a:ext cx="3673844" cy="658825"/>
          </a:xfrm>
          <a:prstGeom prst="round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Ø"/>
            </a:pPr>
            <a:r>
              <a:rPr lang="en-IN" sz="2000" b="1" dirty="0">
                <a:solidFill>
                  <a:schemeClr val="accent6">
                    <a:lumMod val="50000"/>
                  </a:schemeClr>
                </a:solidFill>
              </a:rPr>
              <a:t>Tools Used For This Project :</a:t>
            </a:r>
          </a:p>
        </p:txBody>
      </p:sp>
      <p:sp>
        <p:nvSpPr>
          <p:cNvPr id="14" name="Rectangle: Rounded Corners 13">
            <a:extLst>
              <a:ext uri="{FF2B5EF4-FFF2-40B4-BE49-F238E27FC236}">
                <a16:creationId xmlns:a16="http://schemas.microsoft.com/office/drawing/2014/main" id="{C9E8B8DC-D8D9-29F7-AAD4-902724B1B6BF}"/>
              </a:ext>
            </a:extLst>
          </p:cNvPr>
          <p:cNvSpPr/>
          <p:nvPr/>
        </p:nvSpPr>
        <p:spPr>
          <a:xfrm>
            <a:off x="4553339" y="6083559"/>
            <a:ext cx="1147665" cy="549786"/>
          </a:xfrm>
          <a:prstGeom prst="roundRect">
            <a:avLst/>
          </a:prstGeom>
          <a:solidFill>
            <a:schemeClr val="accent3">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2">
                    <a:lumMod val="50000"/>
                  </a:schemeClr>
                </a:solidFill>
              </a:rPr>
              <a:t>Excel</a:t>
            </a:r>
          </a:p>
        </p:txBody>
      </p:sp>
      <p:sp>
        <p:nvSpPr>
          <p:cNvPr id="15" name="Rectangle: Rounded Corners 14">
            <a:extLst>
              <a:ext uri="{FF2B5EF4-FFF2-40B4-BE49-F238E27FC236}">
                <a16:creationId xmlns:a16="http://schemas.microsoft.com/office/drawing/2014/main" id="{B7FE66EF-0282-BE20-C939-8942550F3178}"/>
              </a:ext>
            </a:extLst>
          </p:cNvPr>
          <p:cNvSpPr/>
          <p:nvPr/>
        </p:nvSpPr>
        <p:spPr>
          <a:xfrm>
            <a:off x="5917261" y="6075877"/>
            <a:ext cx="1147665" cy="549786"/>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2060"/>
                </a:solidFill>
              </a:rPr>
              <a:t>Power bi</a:t>
            </a:r>
          </a:p>
        </p:txBody>
      </p:sp>
      <p:sp>
        <p:nvSpPr>
          <p:cNvPr id="16" name="Rectangle: Rounded Corners 15">
            <a:extLst>
              <a:ext uri="{FF2B5EF4-FFF2-40B4-BE49-F238E27FC236}">
                <a16:creationId xmlns:a16="http://schemas.microsoft.com/office/drawing/2014/main" id="{5028595B-481C-09BF-693F-AD54F2EF8762}"/>
              </a:ext>
            </a:extLst>
          </p:cNvPr>
          <p:cNvSpPr/>
          <p:nvPr/>
        </p:nvSpPr>
        <p:spPr>
          <a:xfrm>
            <a:off x="8725385" y="6044759"/>
            <a:ext cx="1147665" cy="549786"/>
          </a:xfrm>
          <a:prstGeom prst="roundRect">
            <a:avLst/>
          </a:prstGeom>
          <a:solidFill>
            <a:schemeClr val="tx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solidFill>
              </a:rPr>
              <a:t>MySQL</a:t>
            </a:r>
          </a:p>
        </p:txBody>
      </p:sp>
      <p:sp>
        <p:nvSpPr>
          <p:cNvPr id="17" name="Rectangle: Rounded Corners 16">
            <a:extLst>
              <a:ext uri="{FF2B5EF4-FFF2-40B4-BE49-F238E27FC236}">
                <a16:creationId xmlns:a16="http://schemas.microsoft.com/office/drawing/2014/main" id="{258BB1C9-ED5B-7DF8-A8EE-C44FECC6B1E9}"/>
              </a:ext>
            </a:extLst>
          </p:cNvPr>
          <p:cNvSpPr/>
          <p:nvPr/>
        </p:nvSpPr>
        <p:spPr>
          <a:xfrm>
            <a:off x="7321323" y="6044759"/>
            <a:ext cx="1147665" cy="549786"/>
          </a:xfrm>
          <a:prstGeom prst="roundRect">
            <a:avLst/>
          </a:prstGeom>
          <a:solidFill>
            <a:schemeClr val="accent4">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FFC000"/>
                </a:solidFill>
              </a:rPr>
              <a:t>Tableau</a:t>
            </a:r>
          </a:p>
        </p:txBody>
      </p:sp>
    </p:spTree>
    <p:extLst>
      <p:ext uri="{BB962C8B-B14F-4D97-AF65-F5344CB8AC3E}">
        <p14:creationId xmlns:p14="http://schemas.microsoft.com/office/powerpoint/2010/main" val="4003299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683B8"/>
            </a:gs>
            <a:gs pos="100000">
              <a:srgbClr val="7030A0"/>
            </a:gs>
          </a:gsLst>
          <a:lin ang="189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D719AAB-2F12-4339-9875-95D960D574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a:extLst>
                          <a:ext uri="{FF2B5EF4-FFF2-40B4-BE49-F238E27FC236}">
                            <a16:creationId xmlns:a16="http://schemas.microsoft.com/office/drawing/2014/main" id="{CD719AAB-2F12-4339-9875-95D960D574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E5FBACCA-44D2-4B34-91D5-58F9E56D4DCC}"/>
              </a:ext>
            </a:extLst>
          </p:cNvPr>
          <p:cNvSpPr/>
          <p:nvPr/>
        </p:nvSpPr>
        <p:spPr>
          <a:xfrm>
            <a:off x="0" y="5879913"/>
            <a:ext cx="12192000" cy="984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a:extLst>
              <a:ext uri="{FF2B5EF4-FFF2-40B4-BE49-F238E27FC236}">
                <a16:creationId xmlns:a16="http://schemas.microsoft.com/office/drawing/2014/main" id="{B3E961F3-288C-457C-9BA2-C911A7DF26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85104" y="1"/>
            <a:ext cx="2306896" cy="1500603"/>
          </a:xfrm>
          <a:prstGeom prst="rect">
            <a:avLst/>
          </a:prstGeom>
        </p:spPr>
      </p:pic>
      <p:sp>
        <p:nvSpPr>
          <p:cNvPr id="76" name="Freeform: Shape 75">
            <a:extLst>
              <a:ext uri="{FF2B5EF4-FFF2-40B4-BE49-F238E27FC236}">
                <a16:creationId xmlns:a16="http://schemas.microsoft.com/office/drawing/2014/main" id="{5C9DD4C0-72B9-4464-9AE6-96C554B321BF}"/>
              </a:ext>
            </a:extLst>
          </p:cNvPr>
          <p:cNvSpPr/>
          <p:nvPr/>
        </p:nvSpPr>
        <p:spPr>
          <a:xfrm>
            <a:off x="618640" y="4088"/>
            <a:ext cx="4093028" cy="2046514"/>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ángulo 3">
            <a:extLst>
              <a:ext uri="{FF2B5EF4-FFF2-40B4-BE49-F238E27FC236}">
                <a16:creationId xmlns:a16="http://schemas.microsoft.com/office/drawing/2014/main" id="{3B8DB81C-BE0D-47E7-A849-F8ECD5B8693F}"/>
              </a:ext>
            </a:extLst>
          </p:cNvPr>
          <p:cNvSpPr/>
          <p:nvPr/>
        </p:nvSpPr>
        <p:spPr>
          <a:xfrm>
            <a:off x="811650" y="750302"/>
            <a:ext cx="11178188" cy="3262432"/>
          </a:xfrm>
          <a:prstGeom prst="rect">
            <a:avLst/>
          </a:prstGeom>
        </p:spPr>
        <p:txBody>
          <a:bodyPr wrap="square">
            <a:spAutoFit/>
          </a:bodyPr>
          <a:lstStyle/>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kumimoji="0" lang="en-US" sz="1600" b="1" i="0" u="none" strike="noStrike" kern="1200" cap="none" spc="0" normalizeH="0" baseline="0" noProof="0" dirty="0">
                <a:ln>
                  <a:noFill/>
                </a:ln>
                <a:solidFill>
                  <a:schemeClr val="tx2">
                    <a:lumMod val="50000"/>
                  </a:schemeClr>
                </a:solidFill>
                <a:effectLst/>
                <a:uLnTx/>
                <a:uFillTx/>
                <a:latin typeface="Segoe UI" panose="020B0502040204020203" pitchFamily="34" charset="0"/>
                <a:ea typeface="+mn-ea"/>
                <a:cs typeface="Segoe UI" panose="020B0502040204020203" pitchFamily="34" charset="0"/>
              </a:rPr>
              <a:t>Projects Table : </a:t>
            </a:r>
            <a:r>
              <a:rPr kumimoji="0" lang="en-US" sz="1600" b="1" i="0" u="none" strike="noStrike" kern="120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rPr>
              <a:t>This Table Stores the Projects information</a:t>
            </a:r>
            <a:r>
              <a:rPr lang="en-US" sz="1600" b="1" dirty="0">
                <a:solidFill>
                  <a:schemeClr val="bg1"/>
                </a:solidFill>
                <a:latin typeface="Segoe UI" panose="020B0502040204020203" pitchFamily="34" charset="0"/>
                <a:cs typeface="Segoe UI" panose="020B0502040204020203" pitchFamily="34" charset="0"/>
              </a:rPr>
              <a:t> </a:t>
            </a:r>
          </a:p>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400" b="1" dirty="0">
                <a:solidFill>
                  <a:schemeClr val="bg1"/>
                </a:solidFill>
                <a:latin typeface="Segoe UI" panose="020B0502040204020203" pitchFamily="34" charset="0"/>
                <a:cs typeface="Segoe UI" panose="020B0502040204020203" pitchFamily="34" charset="0"/>
              </a:rPr>
              <a:t>     Projects Table Column are  </a:t>
            </a:r>
            <a:r>
              <a:rPr lang="en-US" sz="1400" b="1" dirty="0" err="1">
                <a:solidFill>
                  <a:schemeClr val="bg1"/>
                </a:solidFill>
                <a:latin typeface="Segoe UI" panose="020B0502040204020203" pitchFamily="34" charset="0"/>
                <a:cs typeface="Segoe UI" panose="020B0502040204020203" pitchFamily="34" charset="0"/>
              </a:rPr>
              <a:t>ProjectID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CreatorID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LocationID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CategoryID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ProjectName</a:t>
            </a:r>
            <a:r>
              <a:rPr lang="en-US" sz="1400" b="1" dirty="0">
                <a:solidFill>
                  <a:schemeClr val="bg1"/>
                </a:solidFill>
                <a:latin typeface="Segoe UI" panose="020B0502040204020203" pitchFamily="34" charset="0"/>
                <a:cs typeface="Segoe UI" panose="020B0502040204020203" pitchFamily="34" charset="0"/>
              </a:rPr>
              <a:t>, Backers Count, </a:t>
            </a:r>
            <a:r>
              <a:rPr lang="en-US" sz="1400" b="1" dirty="0" err="1">
                <a:solidFill>
                  <a:schemeClr val="bg1"/>
                </a:solidFill>
                <a:latin typeface="Segoe UI" panose="020B0502040204020203" pitchFamily="34" charset="0"/>
                <a:cs typeface="Segoe UI" panose="020B0502040204020203" pitchFamily="34" charset="0"/>
              </a:rPr>
              <a:t>Pleadged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Amount,Goal</a:t>
            </a:r>
            <a:r>
              <a:rPr lang="en-US" sz="1400" b="1" dirty="0">
                <a:solidFill>
                  <a:schemeClr val="bg1"/>
                </a:solidFill>
                <a:latin typeface="Segoe UI" panose="020B0502040204020203" pitchFamily="34" charset="0"/>
                <a:cs typeface="Segoe UI" panose="020B0502040204020203" pitchFamily="34" charset="0"/>
              </a:rPr>
              <a:t>,          </a:t>
            </a:r>
            <a:r>
              <a:rPr lang="en-US" sz="1400" b="1" dirty="0">
                <a:solidFill>
                  <a:schemeClr val="accent1"/>
                </a:solidFill>
                <a:latin typeface="Segoe UI" panose="020B0502040204020203" pitchFamily="34" charset="0"/>
                <a:cs typeface="Segoe UI" panose="020B0502040204020203" pitchFamily="34" charset="0"/>
              </a:rPr>
              <a:t>,    </a:t>
            </a:r>
            <a:r>
              <a:rPr lang="en-US" sz="1400" b="1" dirty="0">
                <a:solidFill>
                  <a:schemeClr val="bg1"/>
                </a:solidFill>
                <a:latin typeface="Segoe UI" panose="020B0502040204020203" pitchFamily="34" charset="0"/>
                <a:cs typeface="Segoe UI" panose="020B0502040204020203" pitchFamily="34" charset="0"/>
              </a:rPr>
              <a:t>Created Date, </a:t>
            </a:r>
            <a:r>
              <a:rPr lang="en-US" sz="1400" b="1" dirty="0" err="1">
                <a:solidFill>
                  <a:schemeClr val="bg1"/>
                </a:solidFill>
                <a:latin typeface="Segoe UI" panose="020B0502040204020203" pitchFamily="34" charset="0"/>
                <a:cs typeface="Segoe UI" panose="020B0502040204020203" pitchFamily="34" charset="0"/>
              </a:rPr>
              <a:t>Dealine</a:t>
            </a:r>
            <a:r>
              <a:rPr lang="en-US" sz="1400" b="1" dirty="0">
                <a:solidFill>
                  <a:schemeClr val="bg1"/>
                </a:solidFill>
                <a:latin typeface="Segoe UI" panose="020B0502040204020203" pitchFamily="34" charset="0"/>
                <a:cs typeface="Segoe UI" panose="020B0502040204020203" pitchFamily="34" charset="0"/>
              </a:rPr>
              <a:t> Date </a:t>
            </a:r>
            <a:r>
              <a:rPr lang="en-US" sz="1400" b="1" dirty="0" err="1">
                <a:solidFill>
                  <a:schemeClr val="bg1"/>
                </a:solidFill>
                <a:latin typeface="Segoe UI" panose="020B0502040204020203" pitchFamily="34" charset="0"/>
                <a:cs typeface="Segoe UI" panose="020B0502040204020203" pitchFamily="34" charset="0"/>
              </a:rPr>
              <a:t>etc</a:t>
            </a:r>
            <a:r>
              <a:rPr lang="en-US" sz="1400" b="1" dirty="0">
                <a:solidFill>
                  <a:schemeClr val="bg1"/>
                </a:solidFill>
                <a:latin typeface="Segoe UI" panose="020B0502040204020203" pitchFamily="34" charset="0"/>
                <a:cs typeface="Segoe UI" panose="020B0502040204020203" pitchFamily="34" charset="0"/>
              </a:rPr>
              <a:t>…</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kumimoji="0" lang="en-US" sz="1600" b="1" i="0" u="none" strike="noStrike" kern="1200" cap="none" spc="0" normalizeH="0" baseline="0" noProof="0" dirty="0">
                <a:ln>
                  <a:noFill/>
                </a:ln>
                <a:solidFill>
                  <a:schemeClr val="tx2">
                    <a:lumMod val="50000"/>
                  </a:schemeClr>
                </a:solidFill>
                <a:effectLst/>
                <a:uLnTx/>
                <a:uFillTx/>
                <a:latin typeface="Segoe UI" panose="020B0502040204020203" pitchFamily="34" charset="0"/>
                <a:ea typeface="+mn-ea"/>
                <a:cs typeface="Segoe UI" panose="020B0502040204020203" pitchFamily="34" charset="0"/>
              </a:rPr>
              <a:t>Locations Table</a:t>
            </a:r>
            <a:r>
              <a:rPr kumimoji="0" lang="en-US"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 </a:t>
            </a:r>
            <a:r>
              <a:rPr kumimoji="0" lang="en-US" sz="1400" b="1" i="0" u="none" strike="noStrike" kern="1200" cap="none" spc="0" normalizeH="0" baseline="0" noProof="0" dirty="0">
                <a:ln>
                  <a:noFill/>
                </a:ln>
                <a:solidFill>
                  <a:schemeClr val="tx2">
                    <a:lumMod val="50000"/>
                  </a:schemeClr>
                </a:solidFill>
                <a:effectLst/>
                <a:uLnTx/>
                <a:uFillTx/>
                <a:latin typeface="Segoe UI" panose="020B0502040204020203" pitchFamily="34" charset="0"/>
                <a:ea typeface="+mn-ea"/>
                <a:cs typeface="Segoe UI" panose="020B0502040204020203" pitchFamily="34" charset="0"/>
              </a:rPr>
              <a:t>:</a:t>
            </a:r>
            <a:r>
              <a:rPr lang="en-US" sz="1400" b="1" dirty="0">
                <a:solidFill>
                  <a:prstClr val="white"/>
                </a:solidFill>
                <a:latin typeface="Segoe UI" panose="020B0502040204020203" pitchFamily="34" charset="0"/>
                <a:cs typeface="Segoe UI" panose="020B0502040204020203" pitchFamily="34" charset="0"/>
              </a:rPr>
              <a:t> </a:t>
            </a:r>
            <a:r>
              <a:rPr lang="en-US" sz="1600" b="1" dirty="0">
                <a:solidFill>
                  <a:prstClr val="white"/>
                </a:solidFill>
                <a:latin typeface="Segoe UI" panose="020B0502040204020203" pitchFamily="34" charset="0"/>
                <a:cs typeface="Segoe UI" panose="020B0502040204020203" pitchFamily="34" charset="0"/>
              </a:rPr>
              <a:t>This Table Stores the Locations Information</a:t>
            </a:r>
          </a:p>
          <a:p>
            <a:pPr marL="0" marR="0" lvl="0" indent="0" defTabSz="914400" rtl="0" eaLnBrk="1" fontAlgn="auto" latinLnBrk="0" hangingPunct="1">
              <a:lnSpc>
                <a:spcPct val="100000"/>
              </a:lnSpc>
              <a:spcBef>
                <a:spcPts val="600"/>
              </a:spcBef>
              <a:spcAft>
                <a:spcPts val="600"/>
              </a:spcAft>
              <a:buClrTx/>
              <a:buSzTx/>
              <a:buFontTx/>
              <a:buNone/>
              <a:tabLst/>
              <a:defRPr/>
            </a:pPr>
            <a:r>
              <a:rPr lang="en-US" sz="1400" b="1" dirty="0">
                <a:solidFill>
                  <a:schemeClr val="bg1"/>
                </a:solidFill>
                <a:latin typeface="Segoe UI" panose="020B0502040204020203" pitchFamily="34" charset="0"/>
                <a:cs typeface="Segoe UI" panose="020B0502040204020203" pitchFamily="34" charset="0"/>
              </a:rPr>
              <a:t>      Locations Table Column are </a:t>
            </a:r>
            <a:r>
              <a:rPr lang="en-US" sz="1400" b="1" dirty="0" err="1">
                <a:solidFill>
                  <a:schemeClr val="bg1"/>
                </a:solidFill>
                <a:latin typeface="Segoe UI" panose="020B0502040204020203" pitchFamily="34" charset="0"/>
                <a:cs typeface="Segoe UI" panose="020B0502040204020203" pitchFamily="34" charset="0"/>
              </a:rPr>
              <a:t>LocationID</a:t>
            </a:r>
            <a:r>
              <a:rPr lang="en-US" sz="1400" b="1" dirty="0">
                <a:solidFill>
                  <a:schemeClr val="bg1"/>
                </a:solidFill>
                <a:latin typeface="Segoe UI" panose="020B0502040204020203" pitchFamily="34" charset="0"/>
                <a:cs typeface="Segoe UI" panose="020B0502040204020203" pitchFamily="34" charset="0"/>
              </a:rPr>
              <a:t>, </a:t>
            </a:r>
            <a:r>
              <a:rPr lang="en-US" sz="1400" b="1" dirty="0" err="1">
                <a:solidFill>
                  <a:schemeClr val="bg1"/>
                </a:solidFill>
                <a:latin typeface="Segoe UI" panose="020B0502040204020203" pitchFamily="34" charset="0"/>
                <a:cs typeface="Segoe UI" panose="020B0502040204020203" pitchFamily="34" charset="0"/>
              </a:rPr>
              <a:t>LocationName</a:t>
            </a:r>
            <a:r>
              <a:rPr lang="en-US" sz="1400" b="1" dirty="0">
                <a:solidFill>
                  <a:schemeClr val="bg1"/>
                </a:solidFill>
                <a:latin typeface="Segoe UI" panose="020B0502040204020203" pitchFamily="34" charset="0"/>
                <a:cs typeface="Segoe UI" panose="020B0502040204020203" pitchFamily="34" charset="0"/>
              </a:rPr>
              <a:t>, Country </a:t>
            </a:r>
            <a:r>
              <a:rPr lang="en-US" sz="1400" b="1" dirty="0" err="1">
                <a:solidFill>
                  <a:schemeClr val="bg1"/>
                </a:solidFill>
                <a:latin typeface="Segoe UI" panose="020B0502040204020203" pitchFamily="34" charset="0"/>
                <a:cs typeface="Segoe UI" panose="020B0502040204020203" pitchFamily="34" charset="0"/>
              </a:rPr>
              <a:t>etc</a:t>
            </a:r>
            <a:r>
              <a:rPr lang="en-US" sz="1400" b="1" dirty="0">
                <a:solidFill>
                  <a:schemeClr val="bg1"/>
                </a:solidFill>
                <a:latin typeface="Segoe UI" panose="020B0502040204020203" pitchFamily="34" charset="0"/>
                <a:cs typeface="Segoe UI" panose="020B0502040204020203" pitchFamily="34" charset="0"/>
              </a:rPr>
              <a:t>…</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schemeClr val="tx2">
                    <a:lumMod val="50000"/>
                  </a:schemeClr>
                </a:solidFill>
                <a:latin typeface="Segoe UI" panose="020B0502040204020203" pitchFamily="34" charset="0"/>
                <a:cs typeface="Segoe UI" panose="020B0502040204020203" pitchFamily="34" charset="0"/>
              </a:rPr>
              <a:t>Creators Table : </a:t>
            </a:r>
            <a:r>
              <a:rPr lang="en-US" sz="1600" b="1" dirty="0">
                <a:solidFill>
                  <a:prstClr val="white"/>
                </a:solidFill>
                <a:latin typeface="Segoe UI" panose="020B0502040204020203" pitchFamily="34" charset="0"/>
                <a:cs typeface="Segoe UI" panose="020B0502040204020203" pitchFamily="34" charset="0"/>
              </a:rPr>
              <a:t>This Table Stores the Creator Information</a:t>
            </a:r>
          </a:p>
          <a:p>
            <a:pPr marL="0" marR="0" lvl="0" indent="0" defTabSz="914400" rtl="0" eaLnBrk="1" fontAlgn="auto" latinLnBrk="0" hangingPunct="1">
              <a:lnSpc>
                <a:spcPct val="100000"/>
              </a:lnSpc>
              <a:spcBef>
                <a:spcPts val="600"/>
              </a:spcBef>
              <a:spcAft>
                <a:spcPts val="600"/>
              </a:spcAft>
              <a:buClrTx/>
              <a:buSzTx/>
              <a:buFontTx/>
              <a:buNone/>
              <a:tabLst/>
              <a:defRPr/>
            </a:pPr>
            <a:r>
              <a:rPr lang="en-US" sz="1400" b="1" dirty="0">
                <a:solidFill>
                  <a:prstClr val="white"/>
                </a:solidFill>
                <a:latin typeface="Segoe UI" panose="020B0502040204020203" pitchFamily="34" charset="0"/>
                <a:cs typeface="Segoe UI" panose="020B0502040204020203" pitchFamily="34" charset="0"/>
              </a:rPr>
              <a:t>     Creators Table Columns are </a:t>
            </a:r>
            <a:r>
              <a:rPr lang="en-US" sz="1400" b="1" dirty="0" err="1">
                <a:solidFill>
                  <a:prstClr val="white"/>
                </a:solidFill>
                <a:latin typeface="Segoe UI" panose="020B0502040204020203" pitchFamily="34" charset="0"/>
                <a:cs typeface="Segoe UI" panose="020B0502040204020203" pitchFamily="34" charset="0"/>
              </a:rPr>
              <a:t>CreatorID</a:t>
            </a:r>
            <a:r>
              <a:rPr lang="en-US" sz="1400" b="1" dirty="0">
                <a:solidFill>
                  <a:prstClr val="white"/>
                </a:solidFill>
                <a:latin typeface="Segoe UI" panose="020B0502040204020203" pitchFamily="34" charset="0"/>
                <a:cs typeface="Segoe UI" panose="020B0502040204020203" pitchFamily="34" charset="0"/>
              </a:rPr>
              <a:t>, </a:t>
            </a:r>
            <a:r>
              <a:rPr lang="en-US" sz="1400" b="1" dirty="0" err="1">
                <a:solidFill>
                  <a:prstClr val="white"/>
                </a:solidFill>
                <a:latin typeface="Segoe UI" panose="020B0502040204020203" pitchFamily="34" charset="0"/>
                <a:cs typeface="Segoe UI" panose="020B0502040204020203" pitchFamily="34" charset="0"/>
              </a:rPr>
              <a:t>CreatorName</a:t>
            </a:r>
            <a:r>
              <a:rPr lang="en-US" sz="1400" b="1" dirty="0">
                <a:solidFill>
                  <a:prstClr val="white"/>
                </a:solidFill>
                <a:latin typeface="Segoe UI" panose="020B0502040204020203" pitchFamily="34" charset="0"/>
                <a:cs typeface="Segoe UI" panose="020B0502040204020203" pitchFamily="34" charset="0"/>
              </a:rPr>
              <a:t> etc..</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schemeClr val="tx2">
                    <a:lumMod val="50000"/>
                  </a:schemeClr>
                </a:solidFill>
                <a:latin typeface="Segoe UI" panose="020B0502040204020203" pitchFamily="34" charset="0"/>
                <a:cs typeface="Segoe UI" panose="020B0502040204020203" pitchFamily="34" charset="0"/>
              </a:rPr>
              <a:t>Categories Table  : </a:t>
            </a:r>
            <a:r>
              <a:rPr lang="en-US" sz="1600" b="1" dirty="0">
                <a:solidFill>
                  <a:schemeClr val="bg1"/>
                </a:solidFill>
                <a:latin typeface="Segoe UI" panose="020B0502040204020203" pitchFamily="34" charset="0"/>
                <a:cs typeface="Segoe UI" panose="020B0502040204020203" pitchFamily="34" charset="0"/>
              </a:rPr>
              <a:t>This </a:t>
            </a:r>
            <a:r>
              <a:rPr lang="en-US" sz="1600" b="1" dirty="0">
                <a:solidFill>
                  <a:prstClr val="white"/>
                </a:solidFill>
                <a:latin typeface="Segoe UI" panose="020B0502040204020203" pitchFamily="34" charset="0"/>
                <a:cs typeface="Segoe UI" panose="020B0502040204020203" pitchFamily="34" charset="0"/>
              </a:rPr>
              <a:t>Table Stores the Categories Information</a:t>
            </a:r>
          </a:p>
          <a:p>
            <a:pPr marL="0" marR="0" lvl="0" indent="0" defTabSz="914400" rtl="0" eaLnBrk="1" fontAlgn="auto" latinLnBrk="0" hangingPunct="1">
              <a:lnSpc>
                <a:spcPct val="100000"/>
              </a:lnSpc>
              <a:spcBef>
                <a:spcPts val="600"/>
              </a:spcBef>
              <a:spcAft>
                <a:spcPts val="600"/>
              </a:spcAft>
              <a:buClrTx/>
              <a:buSzTx/>
              <a:buFontTx/>
              <a:buNone/>
              <a:tabLst/>
              <a:defRPr/>
            </a:pPr>
            <a:r>
              <a:rPr lang="en-US" sz="1400" b="1" dirty="0">
                <a:solidFill>
                  <a:prstClr val="white"/>
                </a:solidFill>
                <a:latin typeface="Segoe UI" panose="020B0502040204020203" pitchFamily="34" charset="0"/>
                <a:cs typeface="Segoe UI" panose="020B0502040204020203" pitchFamily="34" charset="0"/>
              </a:rPr>
              <a:t>     Categories Table Column are </a:t>
            </a:r>
            <a:r>
              <a:rPr lang="en-US" sz="1400" b="1" dirty="0" err="1">
                <a:solidFill>
                  <a:prstClr val="white"/>
                </a:solidFill>
                <a:latin typeface="Segoe UI" panose="020B0502040204020203" pitchFamily="34" charset="0"/>
                <a:cs typeface="Segoe UI" panose="020B0502040204020203" pitchFamily="34" charset="0"/>
              </a:rPr>
              <a:t>CategoryID</a:t>
            </a:r>
            <a:r>
              <a:rPr lang="en-US" sz="1400" b="1" dirty="0">
                <a:solidFill>
                  <a:prstClr val="white"/>
                </a:solidFill>
                <a:latin typeface="Segoe UI" panose="020B0502040204020203" pitchFamily="34" charset="0"/>
                <a:cs typeface="Segoe UI" panose="020B0502040204020203" pitchFamily="34" charset="0"/>
              </a:rPr>
              <a:t>, </a:t>
            </a:r>
            <a:r>
              <a:rPr lang="en-US" sz="1400" b="1" dirty="0" err="1">
                <a:solidFill>
                  <a:prstClr val="white"/>
                </a:solidFill>
                <a:latin typeface="Segoe UI" panose="020B0502040204020203" pitchFamily="34" charset="0"/>
                <a:cs typeface="Segoe UI" panose="020B0502040204020203" pitchFamily="34" charset="0"/>
              </a:rPr>
              <a:t>CategoryName</a:t>
            </a:r>
            <a:r>
              <a:rPr lang="en-US" sz="1400" b="1" dirty="0">
                <a:solidFill>
                  <a:prstClr val="white"/>
                </a:solidFill>
                <a:latin typeface="Segoe UI" panose="020B0502040204020203" pitchFamily="34" charset="0"/>
                <a:cs typeface="Segoe UI" panose="020B0502040204020203" pitchFamily="34" charset="0"/>
              </a:rPr>
              <a:t> etc..</a:t>
            </a:r>
          </a:p>
        </p:txBody>
      </p:sp>
      <p:sp>
        <p:nvSpPr>
          <p:cNvPr id="2" name="Rectangle: Rounded Corners 1">
            <a:extLst>
              <a:ext uri="{FF2B5EF4-FFF2-40B4-BE49-F238E27FC236}">
                <a16:creationId xmlns:a16="http://schemas.microsoft.com/office/drawing/2014/main" id="{97F6EA9C-EE02-D9BF-FE97-54D9F2CF08AF}"/>
              </a:ext>
            </a:extLst>
          </p:cNvPr>
          <p:cNvSpPr/>
          <p:nvPr/>
        </p:nvSpPr>
        <p:spPr>
          <a:xfrm>
            <a:off x="895625" y="52106"/>
            <a:ext cx="2500717" cy="619965"/>
          </a:xfrm>
          <a:prstGeom prst="round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accent1"/>
                </a:solidFill>
              </a:rPr>
              <a:t>Data Overview</a:t>
            </a:r>
          </a:p>
        </p:txBody>
      </p:sp>
      <p:sp>
        <p:nvSpPr>
          <p:cNvPr id="3" name="Rectangle: Rounded Corners 2">
            <a:extLst>
              <a:ext uri="{FF2B5EF4-FFF2-40B4-BE49-F238E27FC236}">
                <a16:creationId xmlns:a16="http://schemas.microsoft.com/office/drawing/2014/main" id="{272E608E-3547-12C5-BA32-7D170D80B54D}"/>
              </a:ext>
            </a:extLst>
          </p:cNvPr>
          <p:cNvSpPr/>
          <p:nvPr/>
        </p:nvSpPr>
        <p:spPr>
          <a:xfrm>
            <a:off x="1026367" y="4237247"/>
            <a:ext cx="2136710" cy="521701"/>
          </a:xfrm>
          <a:prstGeom prst="round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lumMod val="50000"/>
                  </a:schemeClr>
                </a:solidFill>
              </a:rPr>
              <a:t>Excel</a:t>
            </a:r>
          </a:p>
        </p:txBody>
      </p:sp>
      <p:sp>
        <p:nvSpPr>
          <p:cNvPr id="4" name="Rectangle: Rounded Corners 3">
            <a:extLst>
              <a:ext uri="{FF2B5EF4-FFF2-40B4-BE49-F238E27FC236}">
                <a16:creationId xmlns:a16="http://schemas.microsoft.com/office/drawing/2014/main" id="{A2CE90E5-32E6-B2A5-E1FF-B82EA3F40F7A}"/>
              </a:ext>
            </a:extLst>
          </p:cNvPr>
          <p:cNvSpPr/>
          <p:nvPr/>
        </p:nvSpPr>
        <p:spPr>
          <a:xfrm>
            <a:off x="1026366" y="5144775"/>
            <a:ext cx="2136711" cy="576317"/>
          </a:xfrm>
          <a:prstGeom prst="round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lumMod val="50000"/>
                  </a:schemeClr>
                </a:solidFill>
              </a:rPr>
              <a:t>Power BI &amp; Tableau</a:t>
            </a:r>
          </a:p>
        </p:txBody>
      </p:sp>
      <p:sp>
        <p:nvSpPr>
          <p:cNvPr id="9" name="Rectangle: Rounded Corners 8">
            <a:extLst>
              <a:ext uri="{FF2B5EF4-FFF2-40B4-BE49-F238E27FC236}">
                <a16:creationId xmlns:a16="http://schemas.microsoft.com/office/drawing/2014/main" id="{13488464-0F42-BCF7-AA59-C099E538DE9C}"/>
              </a:ext>
            </a:extLst>
          </p:cNvPr>
          <p:cNvSpPr/>
          <p:nvPr/>
        </p:nvSpPr>
        <p:spPr>
          <a:xfrm>
            <a:off x="1026367" y="6153844"/>
            <a:ext cx="2136710" cy="552133"/>
          </a:xfrm>
          <a:prstGeom prst="round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2">
                    <a:lumMod val="50000"/>
                  </a:schemeClr>
                </a:solidFill>
              </a:rPr>
              <a:t>MySQL</a:t>
            </a:r>
          </a:p>
        </p:txBody>
      </p:sp>
      <p:sp>
        <p:nvSpPr>
          <p:cNvPr id="15" name="TextBox 14">
            <a:extLst>
              <a:ext uri="{FF2B5EF4-FFF2-40B4-BE49-F238E27FC236}">
                <a16:creationId xmlns:a16="http://schemas.microsoft.com/office/drawing/2014/main" id="{ECD0A548-50F3-7B29-A522-6B57007C877B}"/>
              </a:ext>
            </a:extLst>
          </p:cNvPr>
          <p:cNvSpPr txBox="1"/>
          <p:nvPr/>
        </p:nvSpPr>
        <p:spPr>
          <a:xfrm>
            <a:off x="3396342" y="6107698"/>
            <a:ext cx="8422435" cy="584775"/>
          </a:xfrm>
          <a:prstGeom prst="rect">
            <a:avLst/>
          </a:prstGeom>
          <a:noFill/>
        </p:spPr>
        <p:txBody>
          <a:bodyPr wrap="square" rtlCol="0">
            <a:spAutoFit/>
          </a:bodyPr>
          <a:lstStyle/>
          <a:p>
            <a:pPr marL="285750" indent="-285750">
              <a:buFont typeface="Wingdings" panose="05000000000000000000" pitchFamily="2" charset="2"/>
              <a:buChar char="Ø"/>
            </a:pPr>
            <a:r>
              <a:rPr lang="en-IN" sz="1600" b="1" dirty="0">
                <a:solidFill>
                  <a:srgbClr val="CC0099"/>
                </a:solidFill>
              </a:rPr>
              <a:t>Creating Database, creating tables load data into tables </a:t>
            </a:r>
            <a:r>
              <a:rPr lang="en-IN" sz="1600" b="1" dirty="0" err="1">
                <a:solidFill>
                  <a:srgbClr val="CC0099"/>
                </a:solidFill>
              </a:rPr>
              <a:t>Filterings</a:t>
            </a:r>
            <a:r>
              <a:rPr lang="en-IN" sz="1600" b="1" dirty="0">
                <a:solidFill>
                  <a:srgbClr val="CC0099"/>
                </a:solidFill>
              </a:rPr>
              <a:t>, Aggregations, Indexes, Joins etc… </a:t>
            </a:r>
          </a:p>
        </p:txBody>
      </p:sp>
      <p:sp>
        <p:nvSpPr>
          <p:cNvPr id="17" name="TextBox 16">
            <a:extLst>
              <a:ext uri="{FF2B5EF4-FFF2-40B4-BE49-F238E27FC236}">
                <a16:creationId xmlns:a16="http://schemas.microsoft.com/office/drawing/2014/main" id="{8A4941C0-3BFE-D05A-56D6-4E6C06BD1E4E}"/>
              </a:ext>
            </a:extLst>
          </p:cNvPr>
          <p:cNvSpPr txBox="1"/>
          <p:nvPr/>
        </p:nvSpPr>
        <p:spPr>
          <a:xfrm>
            <a:off x="3449217" y="5180688"/>
            <a:ext cx="8369560" cy="338554"/>
          </a:xfrm>
          <a:prstGeom prst="rect">
            <a:avLst/>
          </a:prstGeom>
          <a:noFill/>
        </p:spPr>
        <p:txBody>
          <a:bodyPr wrap="square" rtlCol="0">
            <a:spAutoFit/>
          </a:bodyPr>
          <a:lstStyle/>
          <a:p>
            <a:pPr marL="285750" indent="-285750">
              <a:buFont typeface="Wingdings" panose="05000000000000000000" pitchFamily="2" charset="2"/>
              <a:buChar char="Ø"/>
            </a:pPr>
            <a:r>
              <a:rPr lang="en-IN" sz="1600" b="1" dirty="0">
                <a:solidFill>
                  <a:schemeClr val="accent5"/>
                </a:solidFill>
              </a:rPr>
              <a:t>Data Extracting, Data Modelling, Dax, Creating Charts, Visualizations and Dashboards </a:t>
            </a:r>
          </a:p>
        </p:txBody>
      </p:sp>
      <p:sp>
        <p:nvSpPr>
          <p:cNvPr id="18" name="TextBox 17">
            <a:extLst>
              <a:ext uri="{FF2B5EF4-FFF2-40B4-BE49-F238E27FC236}">
                <a16:creationId xmlns:a16="http://schemas.microsoft.com/office/drawing/2014/main" id="{888AEC3A-700F-80F3-0A67-69372E7BD6D2}"/>
              </a:ext>
            </a:extLst>
          </p:cNvPr>
          <p:cNvSpPr txBox="1"/>
          <p:nvPr/>
        </p:nvSpPr>
        <p:spPr>
          <a:xfrm>
            <a:off x="3517640" y="4252678"/>
            <a:ext cx="8369560" cy="584775"/>
          </a:xfrm>
          <a:prstGeom prst="rect">
            <a:avLst/>
          </a:prstGeom>
          <a:noFill/>
        </p:spPr>
        <p:txBody>
          <a:bodyPr wrap="square" rtlCol="0">
            <a:spAutoFit/>
          </a:bodyPr>
          <a:lstStyle/>
          <a:p>
            <a:pPr marL="285750" indent="-285750">
              <a:buFont typeface="Wingdings" panose="05000000000000000000" pitchFamily="2" charset="2"/>
              <a:buChar char="Ø"/>
            </a:pPr>
            <a:r>
              <a:rPr lang="en-IN" sz="1600" b="1" dirty="0">
                <a:solidFill>
                  <a:schemeClr val="accent3">
                    <a:lumMod val="60000"/>
                    <a:lumOff val="40000"/>
                  </a:schemeClr>
                </a:solidFill>
              </a:rPr>
              <a:t>Data Extracting, Data Cleaning, Load Into Excel, Creating Pivot Tables, Inserting Charts &amp; Creating Dashboards</a:t>
            </a:r>
          </a:p>
        </p:txBody>
      </p:sp>
      <p:pic>
        <p:nvPicPr>
          <p:cNvPr id="8" name="Picture 7">
            <a:extLst>
              <a:ext uri="{FF2B5EF4-FFF2-40B4-BE49-F238E27FC236}">
                <a16:creationId xmlns:a16="http://schemas.microsoft.com/office/drawing/2014/main" id="{B3424C57-B0F5-A61C-0CD8-69E90CDC58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192" y="5084097"/>
            <a:ext cx="802433" cy="72887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1" name="Picture 10">
            <a:extLst>
              <a:ext uri="{FF2B5EF4-FFF2-40B4-BE49-F238E27FC236}">
                <a16:creationId xmlns:a16="http://schemas.microsoft.com/office/drawing/2014/main" id="{8EEDC21E-F566-0951-26AC-B05DADCB91C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303" y="4171555"/>
            <a:ext cx="858209" cy="69978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19" name="Picture 18">
            <a:extLst>
              <a:ext uri="{FF2B5EF4-FFF2-40B4-BE49-F238E27FC236}">
                <a16:creationId xmlns:a16="http://schemas.microsoft.com/office/drawing/2014/main" id="{AC1DAD2F-95E4-5996-A9BA-CA766B3993D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47582" y="5021306"/>
            <a:ext cx="642256" cy="46653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21" name="Picture 20">
            <a:extLst>
              <a:ext uri="{FF2B5EF4-FFF2-40B4-BE49-F238E27FC236}">
                <a16:creationId xmlns:a16="http://schemas.microsoft.com/office/drawing/2014/main" id="{83826F9F-FC8B-276F-CC7A-388A757E182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303" y="5992306"/>
            <a:ext cx="802433" cy="70614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23" name="Picture 22">
            <a:extLst>
              <a:ext uri="{FF2B5EF4-FFF2-40B4-BE49-F238E27FC236}">
                <a16:creationId xmlns:a16="http://schemas.microsoft.com/office/drawing/2014/main" id="{68BDB8FB-8903-0151-4E5A-FE9C5FCE332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4374" y="22325"/>
            <a:ext cx="724289" cy="61996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998376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683B8"/>
            </a:gs>
            <a:gs pos="100000">
              <a:srgbClr val="7030A0"/>
            </a:gs>
          </a:gsLst>
          <a:lin ang="189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D719AAB-2F12-4339-9875-95D960D574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a:extLst>
                          <a:ext uri="{FF2B5EF4-FFF2-40B4-BE49-F238E27FC236}">
                            <a16:creationId xmlns:a16="http://schemas.microsoft.com/office/drawing/2014/main" id="{CD719AAB-2F12-4339-9875-95D960D574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E5FBACCA-44D2-4B34-91D5-58F9E56D4DCC}"/>
              </a:ext>
            </a:extLst>
          </p:cNvPr>
          <p:cNvSpPr/>
          <p:nvPr/>
        </p:nvSpPr>
        <p:spPr>
          <a:xfrm>
            <a:off x="0" y="5879913"/>
            <a:ext cx="12192000" cy="984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a:extLst>
              <a:ext uri="{FF2B5EF4-FFF2-40B4-BE49-F238E27FC236}">
                <a16:creationId xmlns:a16="http://schemas.microsoft.com/office/drawing/2014/main" id="{B3E961F3-288C-457C-9BA2-C911A7DF26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85104" y="1"/>
            <a:ext cx="2306896" cy="1500603"/>
          </a:xfrm>
          <a:prstGeom prst="rect">
            <a:avLst/>
          </a:prstGeom>
        </p:spPr>
      </p:pic>
      <p:sp>
        <p:nvSpPr>
          <p:cNvPr id="7" name="Rectángulo 3">
            <a:extLst>
              <a:ext uri="{FF2B5EF4-FFF2-40B4-BE49-F238E27FC236}">
                <a16:creationId xmlns:a16="http://schemas.microsoft.com/office/drawing/2014/main" id="{33CCE3E9-AA96-47FE-8409-0E97181EC367}"/>
              </a:ext>
            </a:extLst>
          </p:cNvPr>
          <p:cNvSpPr/>
          <p:nvPr/>
        </p:nvSpPr>
        <p:spPr>
          <a:xfrm>
            <a:off x="475861" y="3770880"/>
            <a:ext cx="11362808" cy="4339650"/>
          </a:xfrm>
          <a:prstGeom prst="rect">
            <a:avLst/>
          </a:prstGeom>
        </p:spPr>
        <p:txBody>
          <a:bodyPr wrap="square">
            <a:spAutoFit/>
          </a:bodyPr>
          <a:lstStyle/>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prstClr val="white"/>
                </a:solidFill>
                <a:latin typeface="Segoe UI" panose="020B0502040204020203" pitchFamily="34" charset="0"/>
                <a:cs typeface="Segoe UI" panose="020B0502040204020203" pitchFamily="34" charset="0"/>
              </a:rPr>
              <a:t>Total Projects Based on Outcome</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prstClr val="white"/>
                </a:solidFill>
                <a:latin typeface="Segoe UI" panose="020B0502040204020203" pitchFamily="34" charset="0"/>
                <a:cs typeface="Segoe UI" panose="020B0502040204020203" pitchFamily="34" charset="0"/>
              </a:rPr>
              <a:t>Total Projects Based on Location</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prstClr val="white"/>
                </a:solidFill>
                <a:latin typeface="Segoe UI" panose="020B0502040204020203" pitchFamily="34" charset="0"/>
                <a:cs typeface="Segoe UI" panose="020B0502040204020203" pitchFamily="34" charset="0"/>
              </a:rPr>
              <a:t>Total Projects Based on Category</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prstClr val="white"/>
                </a:solidFill>
                <a:latin typeface="Segoe UI" panose="020B0502040204020203" pitchFamily="34" charset="0"/>
                <a:cs typeface="Segoe UI" panose="020B0502040204020203" pitchFamily="34" charset="0"/>
              </a:rPr>
              <a:t>Total Projects Based on Year, Month, Quarter</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prstClr val="white"/>
                </a:solidFill>
                <a:latin typeface="Segoe UI" panose="020B0502040204020203" pitchFamily="34" charset="0"/>
                <a:cs typeface="Segoe UI" panose="020B0502040204020203" pitchFamily="34" charset="0"/>
              </a:rPr>
              <a:t>Successful Projects Amount Raised in US Dollars</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schemeClr val="bg2">
                    <a:lumMod val="10000"/>
                  </a:schemeClr>
                </a:solidFill>
                <a:latin typeface="Segoe UI" panose="020B0502040204020203" pitchFamily="34" charset="0"/>
                <a:cs typeface="Segoe UI" panose="020B0502040204020203" pitchFamily="34" charset="0"/>
              </a:rPr>
              <a:t>Successful Projects Backers Count</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schemeClr val="bg2">
                    <a:lumMod val="10000"/>
                  </a:schemeClr>
                </a:solidFill>
                <a:latin typeface="Segoe UI" panose="020B0502040204020203" pitchFamily="34" charset="0"/>
                <a:cs typeface="Segoe UI" panose="020B0502040204020203" pitchFamily="34" charset="0"/>
              </a:rPr>
              <a:t>Avg no of Days For Successful Projects</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ü"/>
              <a:tabLst/>
              <a:defRPr/>
            </a:pPr>
            <a:r>
              <a:rPr lang="en-US" sz="1600" b="1" dirty="0">
                <a:solidFill>
                  <a:schemeClr val="bg2">
                    <a:lumMod val="10000"/>
                  </a:schemeClr>
                </a:solidFill>
                <a:latin typeface="Segoe UI" panose="020B0502040204020203" pitchFamily="34" charset="0"/>
                <a:cs typeface="Segoe UI" panose="020B0502040204020203" pitchFamily="34" charset="0"/>
              </a:rPr>
              <a:t>Percentage of Successful Projects </a:t>
            </a:r>
          </a:p>
          <a:p>
            <a:pPr marL="0" marR="0" lvl="0" indent="0" defTabSz="914400" rtl="0" eaLnBrk="1" fontAlgn="auto" latinLnBrk="0" hangingPunct="1">
              <a:lnSpc>
                <a:spcPct val="100000"/>
              </a:lnSpc>
              <a:spcBef>
                <a:spcPts val="600"/>
              </a:spcBef>
              <a:spcAft>
                <a:spcPts val="600"/>
              </a:spcAft>
              <a:buClrTx/>
              <a:buSzTx/>
              <a:buFontTx/>
              <a:buNone/>
              <a:tabLst/>
              <a:defRPr/>
            </a:pPr>
            <a:endParaRPr lang="en-US" sz="1600" dirty="0">
              <a:solidFill>
                <a:schemeClr val="bg2">
                  <a:lumMod val="25000"/>
                </a:schemeClr>
              </a:solidFill>
              <a:latin typeface="Segoe UI" panose="020B0502040204020203" pitchFamily="34" charset="0"/>
              <a:cs typeface="Segoe UI" panose="020B0502040204020203" pitchFamily="34" charset="0"/>
            </a:endParaRPr>
          </a:p>
          <a:p>
            <a:pPr marL="0" marR="0" lvl="0" indent="0" defTabSz="914400" rtl="0" eaLnBrk="1" fontAlgn="auto" latinLnBrk="0" hangingPunct="1">
              <a:lnSpc>
                <a:spcPct val="100000"/>
              </a:lnSpc>
              <a:spcBef>
                <a:spcPts val="600"/>
              </a:spcBef>
              <a:spcAft>
                <a:spcPts val="600"/>
              </a:spcAft>
              <a:buClrTx/>
              <a:buSzTx/>
              <a:buFontTx/>
              <a:buNone/>
              <a:tabLst/>
              <a:defRPr/>
            </a:pPr>
            <a:endParaRPr lang="en-US" sz="1600" dirty="0">
              <a:solidFill>
                <a:prstClr val="white"/>
              </a:solidFill>
              <a:latin typeface="Segoe UI" panose="020B0502040204020203" pitchFamily="34" charset="0"/>
              <a:cs typeface="Segoe UI" panose="020B0502040204020203" pitchFamily="34" charset="0"/>
            </a:endParaRPr>
          </a:p>
          <a:p>
            <a:pPr marL="0" marR="0" lvl="0" indent="0" defTabSz="914400" rtl="0" eaLnBrk="1" fontAlgn="auto" latinLnBrk="0" hangingPunct="1">
              <a:lnSpc>
                <a:spcPct val="100000"/>
              </a:lnSpc>
              <a:spcBef>
                <a:spcPts val="600"/>
              </a:spcBef>
              <a:spcAft>
                <a:spcPts val="60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6" name="Freeform: Shape 75">
            <a:extLst>
              <a:ext uri="{FF2B5EF4-FFF2-40B4-BE49-F238E27FC236}">
                <a16:creationId xmlns:a16="http://schemas.microsoft.com/office/drawing/2014/main" id="{5C9DD4C0-72B9-4464-9AE6-96C554B321BF}"/>
              </a:ext>
            </a:extLst>
          </p:cNvPr>
          <p:cNvSpPr/>
          <p:nvPr/>
        </p:nvSpPr>
        <p:spPr>
          <a:xfrm>
            <a:off x="618640" y="-109237"/>
            <a:ext cx="4093028" cy="2046514"/>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Rectángulo 3">
            <a:extLst>
              <a:ext uri="{FF2B5EF4-FFF2-40B4-BE49-F238E27FC236}">
                <a16:creationId xmlns:a16="http://schemas.microsoft.com/office/drawing/2014/main" id="{3B8DB81C-BE0D-47E7-A849-F8ECD5B8693F}"/>
              </a:ext>
            </a:extLst>
          </p:cNvPr>
          <p:cNvSpPr/>
          <p:nvPr/>
        </p:nvSpPr>
        <p:spPr>
          <a:xfrm>
            <a:off x="445228" y="668865"/>
            <a:ext cx="11301543" cy="2185214"/>
          </a:xfrm>
          <a:prstGeom prst="rect">
            <a:avLst/>
          </a:prstGeom>
        </p:spPr>
        <p:txBody>
          <a:bodyPr wrap="square">
            <a:spAutoFit/>
          </a:bodyPr>
          <a:lstStyle/>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prstClr val="white"/>
                </a:solidFill>
                <a:latin typeface="Segoe UI" panose="020B0502040204020203" pitchFamily="34" charset="0"/>
                <a:cs typeface="Segoe UI" panose="020B0502040204020203" pitchFamily="34" charset="0"/>
              </a:rPr>
              <a:t>Data Extracting - Collecting Data From Sources</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prstClr val="white"/>
                </a:solidFill>
                <a:latin typeface="Segoe UI" panose="020B0502040204020203" pitchFamily="34" charset="0"/>
                <a:cs typeface="Segoe UI" panose="020B0502040204020203" pitchFamily="34" charset="0"/>
              </a:rPr>
              <a:t>Data Cleaning - Clean data Removing Duplicates, Null values, Error Values, Handle the Wrong Data Types</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prstClr val="white"/>
                </a:solidFill>
                <a:latin typeface="Segoe UI" panose="020B0502040204020203" pitchFamily="34" charset="0"/>
                <a:cs typeface="Segoe UI" panose="020B0502040204020203" pitchFamily="34" charset="0"/>
              </a:rPr>
              <a:t>Data Loading - Load the Data Into Excel</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prstClr val="white"/>
                </a:solidFill>
                <a:latin typeface="Segoe UI" panose="020B0502040204020203" pitchFamily="34" charset="0"/>
                <a:cs typeface="Segoe UI" panose="020B0502040204020203" pitchFamily="34" charset="0"/>
              </a:rPr>
              <a:t>Calendar Table Creation - Create the Calendar table Based on Created Date column in projects table then inserted the new column that are Year, </a:t>
            </a:r>
            <a:r>
              <a:rPr lang="en-US" sz="1600" b="1" dirty="0" err="1">
                <a:solidFill>
                  <a:prstClr val="white"/>
                </a:solidFill>
                <a:latin typeface="Segoe UI" panose="020B0502040204020203" pitchFamily="34" charset="0"/>
                <a:cs typeface="Segoe UI" panose="020B0502040204020203" pitchFamily="34" charset="0"/>
              </a:rPr>
              <a:t>Monthname</a:t>
            </a:r>
            <a:r>
              <a:rPr lang="en-US" sz="1600" b="1" dirty="0">
                <a:solidFill>
                  <a:prstClr val="white"/>
                </a:solidFill>
                <a:latin typeface="Segoe UI" panose="020B0502040204020203" pitchFamily="34" charset="0"/>
                <a:cs typeface="Segoe UI" panose="020B0502040204020203" pitchFamily="34" charset="0"/>
              </a:rPr>
              <a:t>, Quarter, </a:t>
            </a:r>
            <a:r>
              <a:rPr lang="en-US" sz="1600" b="1" dirty="0" err="1">
                <a:solidFill>
                  <a:prstClr val="white"/>
                </a:solidFill>
                <a:latin typeface="Segoe UI" panose="020B0502040204020203" pitchFamily="34" charset="0"/>
                <a:cs typeface="Segoe UI" panose="020B0502040204020203" pitchFamily="34" charset="0"/>
              </a:rPr>
              <a:t>weekdayno</a:t>
            </a:r>
            <a:r>
              <a:rPr lang="en-US" sz="1600" b="1" dirty="0">
                <a:solidFill>
                  <a:prstClr val="white"/>
                </a:solidFill>
                <a:latin typeface="Segoe UI" panose="020B0502040204020203" pitchFamily="34" charset="0"/>
                <a:cs typeface="Segoe UI" panose="020B0502040204020203" pitchFamily="34" charset="0"/>
              </a:rPr>
              <a:t>, Indian Financial Month, Indian Financial Quarter</a:t>
            </a:r>
          </a:p>
          <a:p>
            <a:pPr marL="285750" marR="0" lvl="0" indent="-285750"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lang="en-US" sz="1600" b="1" dirty="0">
                <a:solidFill>
                  <a:prstClr val="white"/>
                </a:solidFill>
                <a:latin typeface="Segoe UI" panose="020B0502040204020203" pitchFamily="34" charset="0"/>
                <a:cs typeface="Segoe UI" panose="020B0502040204020203" pitchFamily="34" charset="0"/>
              </a:rPr>
              <a:t>Data Modelling - Creating the relationship between the tables Based on the common column of the Tables</a:t>
            </a:r>
          </a:p>
        </p:txBody>
      </p:sp>
      <p:sp>
        <p:nvSpPr>
          <p:cNvPr id="2" name="Rectangle: Rounded Corners 1">
            <a:extLst>
              <a:ext uri="{FF2B5EF4-FFF2-40B4-BE49-F238E27FC236}">
                <a16:creationId xmlns:a16="http://schemas.microsoft.com/office/drawing/2014/main" id="{B85E7AC6-E33A-73C0-B248-EC37DAC685F2}"/>
              </a:ext>
            </a:extLst>
          </p:cNvPr>
          <p:cNvSpPr/>
          <p:nvPr/>
        </p:nvSpPr>
        <p:spPr>
          <a:xfrm>
            <a:off x="475861" y="97160"/>
            <a:ext cx="2593910" cy="555984"/>
          </a:xfrm>
          <a:prstGeom prst="roundRect">
            <a:avLst/>
          </a:prstGeom>
          <a:solidFill>
            <a:schemeClr val="accent4">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Ø"/>
            </a:pPr>
            <a:r>
              <a:rPr lang="en-IN" sz="2000" b="1" dirty="0"/>
              <a:t>Project Workflow</a:t>
            </a:r>
          </a:p>
        </p:txBody>
      </p:sp>
      <p:sp>
        <p:nvSpPr>
          <p:cNvPr id="3" name="Rectangle: Top Corners Rounded 2">
            <a:extLst>
              <a:ext uri="{FF2B5EF4-FFF2-40B4-BE49-F238E27FC236}">
                <a16:creationId xmlns:a16="http://schemas.microsoft.com/office/drawing/2014/main" id="{01A6D69E-C758-0A06-F40B-F136C1B531FC}"/>
              </a:ext>
            </a:extLst>
          </p:cNvPr>
          <p:cNvSpPr/>
          <p:nvPr/>
        </p:nvSpPr>
        <p:spPr>
          <a:xfrm>
            <a:off x="618640" y="3135064"/>
            <a:ext cx="2115229" cy="587871"/>
          </a:xfrm>
          <a:prstGeom prst="round2SameRect">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KPI’S Overview :</a:t>
            </a:r>
          </a:p>
        </p:txBody>
      </p:sp>
      <p:pic>
        <p:nvPicPr>
          <p:cNvPr id="10" name="Picture 9">
            <a:extLst>
              <a:ext uri="{FF2B5EF4-FFF2-40B4-BE49-F238E27FC236}">
                <a16:creationId xmlns:a16="http://schemas.microsoft.com/office/drawing/2014/main" id="{DF99A4A5-25D1-F89F-EC75-873C01A2EA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63272" y="0"/>
            <a:ext cx="4945225" cy="79487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5" name="Picture 14">
            <a:extLst>
              <a:ext uri="{FF2B5EF4-FFF2-40B4-BE49-F238E27FC236}">
                <a16:creationId xmlns:a16="http://schemas.microsoft.com/office/drawing/2014/main" id="{8B44DFC5-6782-5BFC-BC22-DBA7EA89EB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34669" y="3993502"/>
            <a:ext cx="1863253" cy="158620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304372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683B8"/>
            </a:gs>
            <a:gs pos="100000">
              <a:srgbClr val="7030A0"/>
            </a:gs>
          </a:gsLst>
          <a:lin ang="189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D719AAB-2F12-4339-9875-95D960D574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a:extLst>
                          <a:ext uri="{FF2B5EF4-FFF2-40B4-BE49-F238E27FC236}">
                            <a16:creationId xmlns:a16="http://schemas.microsoft.com/office/drawing/2014/main" id="{CD719AAB-2F12-4339-9875-95D960D574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Graphic 2">
            <a:extLst>
              <a:ext uri="{FF2B5EF4-FFF2-40B4-BE49-F238E27FC236}">
                <a16:creationId xmlns:a16="http://schemas.microsoft.com/office/drawing/2014/main" id="{18F38126-25AF-464E-AB13-FE4602C248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5325"/>
            <a:ext cx="8929396" cy="6868650"/>
          </a:xfrm>
          <a:prstGeom prst="rect">
            <a:avLst/>
          </a:prstGeom>
        </p:spPr>
      </p:pic>
      <p:sp>
        <p:nvSpPr>
          <p:cNvPr id="76" name="Freeform: Shape 75">
            <a:extLst>
              <a:ext uri="{FF2B5EF4-FFF2-40B4-BE49-F238E27FC236}">
                <a16:creationId xmlns:a16="http://schemas.microsoft.com/office/drawing/2014/main" id="{5C9DD4C0-72B9-4464-9AE6-96C554B321BF}"/>
              </a:ext>
            </a:extLst>
          </p:cNvPr>
          <p:cNvSpPr/>
          <p:nvPr/>
        </p:nvSpPr>
        <p:spPr>
          <a:xfrm>
            <a:off x="6135453" y="4087"/>
            <a:ext cx="5021694" cy="2510847"/>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E7A5DD22-4E32-4F8F-A847-7FE291BD1358}"/>
              </a:ext>
            </a:extLst>
          </p:cNvPr>
          <p:cNvSpPr/>
          <p:nvPr/>
        </p:nvSpPr>
        <p:spPr>
          <a:xfrm rot="5400000">
            <a:off x="9797062" y="5345299"/>
            <a:ext cx="3193249" cy="1596625"/>
          </a:xfrm>
          <a:custGeom>
            <a:avLst/>
            <a:gdLst>
              <a:gd name="connsiteX0" fmla="*/ 0 w 4093028"/>
              <a:gd name="connsiteY0" fmla="*/ 0 h 2046514"/>
              <a:gd name="connsiteX1" fmla="*/ 1023257 w 4093028"/>
              <a:gd name="connsiteY1" fmla="*/ 0 h 2046514"/>
              <a:gd name="connsiteX2" fmla="*/ 2046514 w 4093028"/>
              <a:gd name="connsiteY2" fmla="*/ 1023257 h 2046514"/>
              <a:gd name="connsiteX3" fmla="*/ 3069771 w 4093028"/>
              <a:gd name="connsiteY3" fmla="*/ 0 h 2046514"/>
              <a:gd name="connsiteX4" fmla="*/ 4093028 w 4093028"/>
              <a:gd name="connsiteY4" fmla="*/ 0 h 2046514"/>
              <a:gd name="connsiteX5" fmla="*/ 2046514 w 4093028"/>
              <a:gd name="connsiteY5" fmla="*/ 2046514 h 2046514"/>
              <a:gd name="connsiteX6" fmla="*/ 0 w 4093028"/>
              <a:gd name="connsiteY6" fmla="*/ 0 h 2046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93028" h="2046514">
                <a:moveTo>
                  <a:pt x="0" y="0"/>
                </a:moveTo>
                <a:lnTo>
                  <a:pt x="1023257" y="0"/>
                </a:lnTo>
                <a:cubicBezTo>
                  <a:pt x="1023257" y="565129"/>
                  <a:pt x="1481385" y="1023257"/>
                  <a:pt x="2046514" y="1023257"/>
                </a:cubicBezTo>
                <a:cubicBezTo>
                  <a:pt x="2611643" y="1023257"/>
                  <a:pt x="3069771" y="565129"/>
                  <a:pt x="3069771" y="0"/>
                </a:cubicBezTo>
                <a:lnTo>
                  <a:pt x="4093028" y="0"/>
                </a:lnTo>
                <a:cubicBezTo>
                  <a:pt x="4093028" y="1130258"/>
                  <a:pt x="3176772" y="2046514"/>
                  <a:pt x="2046514" y="2046514"/>
                </a:cubicBezTo>
                <a:cubicBezTo>
                  <a:pt x="916256" y="2046514"/>
                  <a:pt x="0" y="1130258"/>
                  <a:pt x="0" y="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Top Corners Rounded 5">
            <a:extLst>
              <a:ext uri="{FF2B5EF4-FFF2-40B4-BE49-F238E27FC236}">
                <a16:creationId xmlns:a16="http://schemas.microsoft.com/office/drawing/2014/main" id="{A6DB9E57-1237-08BE-1F50-C3E2A6BC187D}"/>
              </a:ext>
            </a:extLst>
          </p:cNvPr>
          <p:cNvSpPr/>
          <p:nvPr/>
        </p:nvSpPr>
        <p:spPr>
          <a:xfrm>
            <a:off x="475861" y="102637"/>
            <a:ext cx="1474237" cy="643812"/>
          </a:xfrm>
          <a:prstGeom prst="round2Same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7030A0"/>
                </a:solidFill>
              </a:rPr>
              <a:t>KPI’S</a:t>
            </a:r>
          </a:p>
        </p:txBody>
      </p:sp>
      <p:pic>
        <p:nvPicPr>
          <p:cNvPr id="14" name="Picture 13">
            <a:extLst>
              <a:ext uri="{FF2B5EF4-FFF2-40B4-BE49-F238E27FC236}">
                <a16:creationId xmlns:a16="http://schemas.microsoft.com/office/drawing/2014/main" id="{760C0EEF-DC69-9149-1847-66532C06B2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5861" y="830391"/>
            <a:ext cx="1686027" cy="84858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5" name="TextBox 14">
            <a:extLst>
              <a:ext uri="{FF2B5EF4-FFF2-40B4-BE49-F238E27FC236}">
                <a16:creationId xmlns:a16="http://schemas.microsoft.com/office/drawing/2014/main" id="{290E6AC4-163E-D584-E0D3-F6CC5648340D}"/>
              </a:ext>
            </a:extLst>
          </p:cNvPr>
          <p:cNvSpPr txBox="1"/>
          <p:nvPr/>
        </p:nvSpPr>
        <p:spPr>
          <a:xfrm>
            <a:off x="2217770" y="995886"/>
            <a:ext cx="3209730"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Total Number of </a:t>
            </a:r>
            <a:r>
              <a:rPr lang="en-IN" b="1" dirty="0">
                <a:solidFill>
                  <a:schemeClr val="tx2">
                    <a:lumMod val="50000"/>
                  </a:schemeClr>
                </a:solidFill>
              </a:rPr>
              <a:t>Projects</a:t>
            </a:r>
          </a:p>
        </p:txBody>
      </p:sp>
      <p:sp>
        <p:nvSpPr>
          <p:cNvPr id="16" name="TextBox 15">
            <a:extLst>
              <a:ext uri="{FF2B5EF4-FFF2-40B4-BE49-F238E27FC236}">
                <a16:creationId xmlns:a16="http://schemas.microsoft.com/office/drawing/2014/main" id="{961A9C9C-6B4B-E350-36CB-1EB26F57B418}"/>
              </a:ext>
            </a:extLst>
          </p:cNvPr>
          <p:cNvSpPr txBox="1"/>
          <p:nvPr/>
        </p:nvSpPr>
        <p:spPr>
          <a:xfrm>
            <a:off x="2217770" y="3055123"/>
            <a:ext cx="3897061" cy="646331"/>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rgbClr val="990000"/>
                </a:solidFill>
              </a:rPr>
              <a:t>Successful Projects Total Number of Backers Count</a:t>
            </a:r>
          </a:p>
        </p:txBody>
      </p:sp>
      <p:pic>
        <p:nvPicPr>
          <p:cNvPr id="18" name="Picture 17">
            <a:extLst>
              <a:ext uri="{FF2B5EF4-FFF2-40B4-BE49-F238E27FC236}">
                <a16:creationId xmlns:a16="http://schemas.microsoft.com/office/drawing/2014/main" id="{7E512191-1AED-22D2-5424-8E64CC475D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856" y="1762915"/>
            <a:ext cx="1704032" cy="102136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20" name="Picture 19">
            <a:extLst>
              <a:ext uri="{FF2B5EF4-FFF2-40B4-BE49-F238E27FC236}">
                <a16:creationId xmlns:a16="http://schemas.microsoft.com/office/drawing/2014/main" id="{78D71915-32AF-EB7B-60C2-B4B5317F4B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7856" y="2891526"/>
            <a:ext cx="1745504" cy="107647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21" name="TextBox 20">
            <a:extLst>
              <a:ext uri="{FF2B5EF4-FFF2-40B4-BE49-F238E27FC236}">
                <a16:creationId xmlns:a16="http://schemas.microsoft.com/office/drawing/2014/main" id="{28947458-8FC5-17F0-5F54-0155AF14B521}"/>
              </a:ext>
            </a:extLst>
          </p:cNvPr>
          <p:cNvSpPr txBox="1"/>
          <p:nvPr/>
        </p:nvSpPr>
        <p:spPr>
          <a:xfrm>
            <a:off x="2217770" y="2048588"/>
            <a:ext cx="3897061" cy="646331"/>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rgbClr val="00B0F0"/>
                </a:solidFill>
              </a:rPr>
              <a:t>Successful Projects Total Amount Raised in USD</a:t>
            </a:r>
          </a:p>
        </p:txBody>
      </p:sp>
      <p:pic>
        <p:nvPicPr>
          <p:cNvPr id="23" name="Picture 22">
            <a:extLst>
              <a:ext uri="{FF2B5EF4-FFF2-40B4-BE49-F238E27FC236}">
                <a16:creationId xmlns:a16="http://schemas.microsoft.com/office/drawing/2014/main" id="{7DB14E3E-C751-6D04-AE6E-67F5F7BBE3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7855" y="4095677"/>
            <a:ext cx="1759913" cy="10555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37" name="TextBox 36">
            <a:extLst>
              <a:ext uri="{FF2B5EF4-FFF2-40B4-BE49-F238E27FC236}">
                <a16:creationId xmlns:a16="http://schemas.microsoft.com/office/drawing/2014/main" id="{986D8F46-D596-0011-E0EC-C3460A02AB4E}"/>
              </a:ext>
            </a:extLst>
          </p:cNvPr>
          <p:cNvSpPr txBox="1"/>
          <p:nvPr/>
        </p:nvSpPr>
        <p:spPr>
          <a:xfrm>
            <a:off x="2217770" y="4094690"/>
            <a:ext cx="3951309" cy="646331"/>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rgbClr val="7030A0"/>
                </a:solidFill>
              </a:rPr>
              <a:t>AVG Number of Days Taken to Successful a Project</a:t>
            </a:r>
          </a:p>
        </p:txBody>
      </p:sp>
      <p:pic>
        <p:nvPicPr>
          <p:cNvPr id="51" name="Picture 50">
            <a:extLst>
              <a:ext uri="{FF2B5EF4-FFF2-40B4-BE49-F238E27FC236}">
                <a16:creationId xmlns:a16="http://schemas.microsoft.com/office/drawing/2014/main" id="{ED344E0A-6D92-A25C-6738-A738B27C780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7854" y="5278885"/>
            <a:ext cx="1759913" cy="10555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58" name="TextBox 57">
            <a:extLst>
              <a:ext uri="{FF2B5EF4-FFF2-40B4-BE49-F238E27FC236}">
                <a16:creationId xmlns:a16="http://schemas.microsoft.com/office/drawing/2014/main" id="{E225FD16-9C4C-A68A-D432-C024818F5445}"/>
              </a:ext>
            </a:extLst>
          </p:cNvPr>
          <p:cNvSpPr txBox="1"/>
          <p:nvPr/>
        </p:nvSpPr>
        <p:spPr>
          <a:xfrm>
            <a:off x="2238392" y="5492782"/>
            <a:ext cx="3897061"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rgbClr val="008000"/>
                </a:solidFill>
              </a:rPr>
              <a:t>Percentage % Projects Success Rate</a:t>
            </a:r>
          </a:p>
        </p:txBody>
      </p:sp>
      <p:cxnSp>
        <p:nvCxnSpPr>
          <p:cNvPr id="64" name="Straight Connector 63">
            <a:extLst>
              <a:ext uri="{FF2B5EF4-FFF2-40B4-BE49-F238E27FC236}">
                <a16:creationId xmlns:a16="http://schemas.microsoft.com/office/drawing/2014/main" id="{6BC2C303-2F60-2FCB-CA27-A29525786E00}"/>
              </a:ext>
            </a:extLst>
          </p:cNvPr>
          <p:cNvCxnSpPr>
            <a:cxnSpLocks/>
          </p:cNvCxnSpPr>
          <p:nvPr/>
        </p:nvCxnSpPr>
        <p:spPr>
          <a:xfrm>
            <a:off x="6291123" y="214604"/>
            <a:ext cx="94343" cy="6070864"/>
          </a:xfrm>
          <a:prstGeom prst="lin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72" name="Picture 71">
            <a:extLst>
              <a:ext uri="{FF2B5EF4-FFF2-40B4-BE49-F238E27FC236}">
                <a16:creationId xmlns:a16="http://schemas.microsoft.com/office/drawing/2014/main" id="{A72033F5-4E07-DF0B-84E0-4F8873657DC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22784" y="186751"/>
            <a:ext cx="5163271" cy="250816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74" name="TextBox 73">
            <a:extLst>
              <a:ext uri="{FF2B5EF4-FFF2-40B4-BE49-F238E27FC236}">
                <a16:creationId xmlns:a16="http://schemas.microsoft.com/office/drawing/2014/main" id="{9DB46356-26A6-9CA2-034A-F6C8A80FD4B7}"/>
              </a:ext>
            </a:extLst>
          </p:cNvPr>
          <p:cNvSpPr txBox="1"/>
          <p:nvPr/>
        </p:nvSpPr>
        <p:spPr>
          <a:xfrm>
            <a:off x="6770076" y="2839555"/>
            <a:ext cx="5268685" cy="338554"/>
          </a:xfrm>
          <a:prstGeom prst="rect">
            <a:avLst/>
          </a:prstGeom>
          <a:noFill/>
        </p:spPr>
        <p:txBody>
          <a:bodyPr wrap="square" rtlCol="0">
            <a:spAutoFit/>
          </a:bodyPr>
          <a:lstStyle/>
          <a:p>
            <a:pPr marL="285750" indent="-285750">
              <a:buFont typeface="Wingdings" panose="05000000000000000000" pitchFamily="2" charset="2"/>
              <a:buChar char="Ø"/>
            </a:pPr>
            <a:r>
              <a:rPr lang="en-IN" sz="1600" b="1" dirty="0">
                <a:solidFill>
                  <a:schemeClr val="bg1"/>
                </a:solidFill>
              </a:rPr>
              <a:t>Top 5 Successful Projects With Highest Backers Count</a:t>
            </a:r>
          </a:p>
        </p:txBody>
      </p:sp>
      <p:pic>
        <p:nvPicPr>
          <p:cNvPr id="79" name="Picture 78">
            <a:extLst>
              <a:ext uri="{FF2B5EF4-FFF2-40B4-BE49-F238E27FC236}">
                <a16:creationId xmlns:a16="http://schemas.microsoft.com/office/drawing/2014/main" id="{F2A07CC3-B9AC-7928-B88C-80FB1869283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815230" y="3378288"/>
            <a:ext cx="5098627" cy="269595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80" name="TextBox 79">
            <a:extLst>
              <a:ext uri="{FF2B5EF4-FFF2-40B4-BE49-F238E27FC236}">
                <a16:creationId xmlns:a16="http://schemas.microsoft.com/office/drawing/2014/main" id="{BBD09BA2-CB04-3782-BC81-5E86E08C06EC}"/>
              </a:ext>
            </a:extLst>
          </p:cNvPr>
          <p:cNvSpPr txBox="1"/>
          <p:nvPr/>
        </p:nvSpPr>
        <p:spPr>
          <a:xfrm>
            <a:off x="6822784" y="6285468"/>
            <a:ext cx="5369215" cy="569387"/>
          </a:xfrm>
          <a:prstGeom prst="rect">
            <a:avLst/>
          </a:prstGeom>
          <a:noFill/>
        </p:spPr>
        <p:txBody>
          <a:bodyPr wrap="square" rtlCol="0">
            <a:spAutoFit/>
          </a:bodyPr>
          <a:lstStyle/>
          <a:p>
            <a:pPr marL="285750" indent="-285750">
              <a:buFont typeface="Wingdings" panose="05000000000000000000" pitchFamily="2" charset="2"/>
              <a:buChar char="Ø"/>
            </a:pPr>
            <a:r>
              <a:rPr lang="en-IN" sz="1550" b="1" dirty="0">
                <a:solidFill>
                  <a:schemeClr val="tx2"/>
                </a:solidFill>
              </a:rPr>
              <a:t>Top 5 Successful Projects With Highest Amount Raised in USD</a:t>
            </a:r>
          </a:p>
        </p:txBody>
      </p:sp>
      <p:pic>
        <p:nvPicPr>
          <p:cNvPr id="4" name="Picture 3">
            <a:extLst>
              <a:ext uri="{FF2B5EF4-FFF2-40B4-BE49-F238E27FC236}">
                <a16:creationId xmlns:a16="http://schemas.microsoft.com/office/drawing/2014/main" id="{897B3CEC-C6A1-30C7-D913-4326096EB04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899088" y="34510"/>
            <a:ext cx="1056824" cy="92182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3487629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 name="Group 104">
            <a:extLst>
              <a:ext uri="{FF2B5EF4-FFF2-40B4-BE49-F238E27FC236}">
                <a16:creationId xmlns:a16="http://schemas.microsoft.com/office/drawing/2014/main" id="{EE20E74C-F138-4B1C-96C5-27185C81574E}"/>
              </a:ext>
            </a:extLst>
          </p:cNvPr>
          <p:cNvGrpSpPr/>
          <p:nvPr/>
        </p:nvGrpSpPr>
        <p:grpSpPr>
          <a:xfrm>
            <a:off x="7323719" y="3347737"/>
            <a:ext cx="148718" cy="193653"/>
            <a:chOff x="7373011" y="2614988"/>
            <a:chExt cx="220663" cy="287338"/>
          </a:xfrm>
          <a:solidFill>
            <a:schemeClr val="bg1"/>
          </a:solidFill>
        </p:grpSpPr>
        <p:sp>
          <p:nvSpPr>
            <p:cNvPr id="78" name="Freeform 1497">
              <a:extLst>
                <a:ext uri="{FF2B5EF4-FFF2-40B4-BE49-F238E27FC236}">
                  <a16:creationId xmlns:a16="http://schemas.microsoft.com/office/drawing/2014/main" id="{9CD6E5E9-E393-4CC4-B4DE-3FFEC7009F26}"/>
                </a:ext>
              </a:extLst>
            </p:cNvPr>
            <p:cNvSpPr>
              <a:spLocks noEditPoints="1"/>
            </p:cNvSpPr>
            <p:nvPr/>
          </p:nvSpPr>
          <p:spPr bwMode="auto">
            <a:xfrm>
              <a:off x="7373011" y="2614988"/>
              <a:ext cx="220663" cy="287338"/>
            </a:xfrm>
            <a:custGeom>
              <a:avLst/>
              <a:gdLst>
                <a:gd name="T0" fmla="*/ 91 w 695"/>
                <a:gd name="T1" fmla="*/ 120 h 906"/>
                <a:gd name="T2" fmla="*/ 347 w 695"/>
                <a:gd name="T3" fmla="*/ 845 h 906"/>
                <a:gd name="T4" fmla="*/ 322 w 695"/>
                <a:gd name="T5" fmla="*/ 837 h 906"/>
                <a:gd name="T6" fmla="*/ 305 w 695"/>
                <a:gd name="T7" fmla="*/ 817 h 906"/>
                <a:gd name="T8" fmla="*/ 303 w 695"/>
                <a:gd name="T9" fmla="*/ 791 h 906"/>
                <a:gd name="T10" fmla="*/ 315 w 695"/>
                <a:gd name="T11" fmla="*/ 767 h 906"/>
                <a:gd name="T12" fmla="*/ 339 w 695"/>
                <a:gd name="T13" fmla="*/ 755 h 906"/>
                <a:gd name="T14" fmla="*/ 365 w 695"/>
                <a:gd name="T15" fmla="*/ 759 h 906"/>
                <a:gd name="T16" fmla="*/ 385 w 695"/>
                <a:gd name="T17" fmla="*/ 774 h 906"/>
                <a:gd name="T18" fmla="*/ 393 w 695"/>
                <a:gd name="T19" fmla="*/ 799 h 906"/>
                <a:gd name="T20" fmla="*/ 385 w 695"/>
                <a:gd name="T21" fmla="*/ 825 h 906"/>
                <a:gd name="T22" fmla="*/ 365 w 695"/>
                <a:gd name="T23" fmla="*/ 842 h 906"/>
                <a:gd name="T24" fmla="*/ 347 w 695"/>
                <a:gd name="T25" fmla="*/ 53 h 906"/>
                <a:gd name="T26" fmla="*/ 360 w 695"/>
                <a:gd name="T27" fmla="*/ 57 h 906"/>
                <a:gd name="T28" fmla="*/ 368 w 695"/>
                <a:gd name="T29" fmla="*/ 67 h 906"/>
                <a:gd name="T30" fmla="*/ 370 w 695"/>
                <a:gd name="T31" fmla="*/ 80 h 906"/>
                <a:gd name="T32" fmla="*/ 363 w 695"/>
                <a:gd name="T33" fmla="*/ 91 h 906"/>
                <a:gd name="T34" fmla="*/ 352 w 695"/>
                <a:gd name="T35" fmla="*/ 98 h 906"/>
                <a:gd name="T36" fmla="*/ 339 w 695"/>
                <a:gd name="T37" fmla="*/ 96 h 906"/>
                <a:gd name="T38" fmla="*/ 329 w 695"/>
                <a:gd name="T39" fmla="*/ 88 h 906"/>
                <a:gd name="T40" fmla="*/ 325 w 695"/>
                <a:gd name="T41" fmla="*/ 76 h 906"/>
                <a:gd name="T42" fmla="*/ 329 w 695"/>
                <a:gd name="T43" fmla="*/ 63 h 906"/>
                <a:gd name="T44" fmla="*/ 339 w 695"/>
                <a:gd name="T45" fmla="*/ 55 h 906"/>
                <a:gd name="T46" fmla="*/ 347 w 695"/>
                <a:gd name="T47" fmla="*/ 53 h 906"/>
                <a:gd name="T48" fmla="*/ 82 w 695"/>
                <a:gd name="T49" fmla="*/ 1 h 906"/>
                <a:gd name="T50" fmla="*/ 55 w 695"/>
                <a:gd name="T51" fmla="*/ 7 h 906"/>
                <a:gd name="T52" fmla="*/ 33 w 695"/>
                <a:gd name="T53" fmla="*/ 21 h 906"/>
                <a:gd name="T54" fmla="*/ 16 w 695"/>
                <a:gd name="T55" fmla="*/ 39 h 906"/>
                <a:gd name="T56" fmla="*/ 5 w 695"/>
                <a:gd name="T57" fmla="*/ 64 h 906"/>
                <a:gd name="T58" fmla="*/ 0 w 695"/>
                <a:gd name="T59" fmla="*/ 90 h 906"/>
                <a:gd name="T60" fmla="*/ 2 w 695"/>
                <a:gd name="T61" fmla="*/ 833 h 906"/>
                <a:gd name="T62" fmla="*/ 11 w 695"/>
                <a:gd name="T63" fmla="*/ 858 h 906"/>
                <a:gd name="T64" fmla="*/ 27 w 695"/>
                <a:gd name="T65" fmla="*/ 879 h 906"/>
                <a:gd name="T66" fmla="*/ 48 w 695"/>
                <a:gd name="T67" fmla="*/ 895 h 906"/>
                <a:gd name="T68" fmla="*/ 73 w 695"/>
                <a:gd name="T69" fmla="*/ 903 h 906"/>
                <a:gd name="T70" fmla="*/ 604 w 695"/>
                <a:gd name="T71" fmla="*/ 906 h 906"/>
                <a:gd name="T72" fmla="*/ 631 w 695"/>
                <a:gd name="T73" fmla="*/ 901 h 906"/>
                <a:gd name="T74" fmla="*/ 655 w 695"/>
                <a:gd name="T75" fmla="*/ 890 h 906"/>
                <a:gd name="T76" fmla="*/ 674 w 695"/>
                <a:gd name="T77" fmla="*/ 872 h 906"/>
                <a:gd name="T78" fmla="*/ 687 w 695"/>
                <a:gd name="T79" fmla="*/ 850 h 906"/>
                <a:gd name="T80" fmla="*/ 694 w 695"/>
                <a:gd name="T81" fmla="*/ 824 h 906"/>
                <a:gd name="T82" fmla="*/ 694 w 695"/>
                <a:gd name="T83" fmla="*/ 82 h 906"/>
                <a:gd name="T84" fmla="*/ 687 w 695"/>
                <a:gd name="T85" fmla="*/ 55 h 906"/>
                <a:gd name="T86" fmla="*/ 674 w 695"/>
                <a:gd name="T87" fmla="*/ 33 h 906"/>
                <a:gd name="T88" fmla="*/ 655 w 695"/>
                <a:gd name="T89" fmla="*/ 15 h 906"/>
                <a:gd name="T90" fmla="*/ 631 w 695"/>
                <a:gd name="T91" fmla="*/ 4 h 906"/>
                <a:gd name="T92" fmla="*/ 604 w 695"/>
                <a:gd name="T93" fmla="*/ 0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95" h="906">
                  <a:moveTo>
                    <a:pt x="604" y="724"/>
                  </a:moveTo>
                  <a:lnTo>
                    <a:pt x="91" y="724"/>
                  </a:lnTo>
                  <a:lnTo>
                    <a:pt x="91" y="120"/>
                  </a:lnTo>
                  <a:lnTo>
                    <a:pt x="604" y="120"/>
                  </a:lnTo>
                  <a:lnTo>
                    <a:pt x="604" y="724"/>
                  </a:lnTo>
                  <a:close/>
                  <a:moveTo>
                    <a:pt x="347" y="845"/>
                  </a:moveTo>
                  <a:lnTo>
                    <a:pt x="339" y="844"/>
                  </a:lnTo>
                  <a:lnTo>
                    <a:pt x="330" y="842"/>
                  </a:lnTo>
                  <a:lnTo>
                    <a:pt x="322" y="837"/>
                  </a:lnTo>
                  <a:lnTo>
                    <a:pt x="315" y="832"/>
                  </a:lnTo>
                  <a:lnTo>
                    <a:pt x="310" y="825"/>
                  </a:lnTo>
                  <a:lnTo>
                    <a:pt x="305" y="817"/>
                  </a:lnTo>
                  <a:lnTo>
                    <a:pt x="303" y="809"/>
                  </a:lnTo>
                  <a:lnTo>
                    <a:pt x="302" y="799"/>
                  </a:lnTo>
                  <a:lnTo>
                    <a:pt x="303" y="791"/>
                  </a:lnTo>
                  <a:lnTo>
                    <a:pt x="305" y="782"/>
                  </a:lnTo>
                  <a:lnTo>
                    <a:pt x="310" y="774"/>
                  </a:lnTo>
                  <a:lnTo>
                    <a:pt x="315" y="767"/>
                  </a:lnTo>
                  <a:lnTo>
                    <a:pt x="322" y="762"/>
                  </a:lnTo>
                  <a:lnTo>
                    <a:pt x="330" y="759"/>
                  </a:lnTo>
                  <a:lnTo>
                    <a:pt x="339" y="755"/>
                  </a:lnTo>
                  <a:lnTo>
                    <a:pt x="347" y="754"/>
                  </a:lnTo>
                  <a:lnTo>
                    <a:pt x="356" y="755"/>
                  </a:lnTo>
                  <a:lnTo>
                    <a:pt x="365" y="759"/>
                  </a:lnTo>
                  <a:lnTo>
                    <a:pt x="373" y="762"/>
                  </a:lnTo>
                  <a:lnTo>
                    <a:pt x="380" y="767"/>
                  </a:lnTo>
                  <a:lnTo>
                    <a:pt x="385" y="774"/>
                  </a:lnTo>
                  <a:lnTo>
                    <a:pt x="389" y="782"/>
                  </a:lnTo>
                  <a:lnTo>
                    <a:pt x="392" y="791"/>
                  </a:lnTo>
                  <a:lnTo>
                    <a:pt x="393" y="799"/>
                  </a:lnTo>
                  <a:lnTo>
                    <a:pt x="392" y="809"/>
                  </a:lnTo>
                  <a:lnTo>
                    <a:pt x="389" y="817"/>
                  </a:lnTo>
                  <a:lnTo>
                    <a:pt x="385" y="825"/>
                  </a:lnTo>
                  <a:lnTo>
                    <a:pt x="380" y="832"/>
                  </a:lnTo>
                  <a:lnTo>
                    <a:pt x="373" y="837"/>
                  </a:lnTo>
                  <a:lnTo>
                    <a:pt x="365" y="842"/>
                  </a:lnTo>
                  <a:lnTo>
                    <a:pt x="356" y="844"/>
                  </a:lnTo>
                  <a:lnTo>
                    <a:pt x="347" y="845"/>
                  </a:lnTo>
                  <a:close/>
                  <a:moveTo>
                    <a:pt x="347" y="53"/>
                  </a:moveTo>
                  <a:lnTo>
                    <a:pt x="352" y="53"/>
                  </a:lnTo>
                  <a:lnTo>
                    <a:pt x="356" y="55"/>
                  </a:lnTo>
                  <a:lnTo>
                    <a:pt x="360" y="57"/>
                  </a:lnTo>
                  <a:lnTo>
                    <a:pt x="363" y="59"/>
                  </a:lnTo>
                  <a:lnTo>
                    <a:pt x="366" y="63"/>
                  </a:lnTo>
                  <a:lnTo>
                    <a:pt x="368" y="67"/>
                  </a:lnTo>
                  <a:lnTo>
                    <a:pt x="370" y="70"/>
                  </a:lnTo>
                  <a:lnTo>
                    <a:pt x="370" y="76"/>
                  </a:lnTo>
                  <a:lnTo>
                    <a:pt x="370" y="80"/>
                  </a:lnTo>
                  <a:lnTo>
                    <a:pt x="368" y="85"/>
                  </a:lnTo>
                  <a:lnTo>
                    <a:pt x="366" y="88"/>
                  </a:lnTo>
                  <a:lnTo>
                    <a:pt x="363" y="91"/>
                  </a:lnTo>
                  <a:lnTo>
                    <a:pt x="360" y="95"/>
                  </a:lnTo>
                  <a:lnTo>
                    <a:pt x="356" y="96"/>
                  </a:lnTo>
                  <a:lnTo>
                    <a:pt x="352" y="98"/>
                  </a:lnTo>
                  <a:lnTo>
                    <a:pt x="347" y="98"/>
                  </a:lnTo>
                  <a:lnTo>
                    <a:pt x="343" y="98"/>
                  </a:lnTo>
                  <a:lnTo>
                    <a:pt x="339" y="96"/>
                  </a:lnTo>
                  <a:lnTo>
                    <a:pt x="335" y="95"/>
                  </a:lnTo>
                  <a:lnTo>
                    <a:pt x="331" y="91"/>
                  </a:lnTo>
                  <a:lnTo>
                    <a:pt x="329" y="88"/>
                  </a:lnTo>
                  <a:lnTo>
                    <a:pt x="326" y="85"/>
                  </a:lnTo>
                  <a:lnTo>
                    <a:pt x="325" y="80"/>
                  </a:lnTo>
                  <a:lnTo>
                    <a:pt x="325" y="76"/>
                  </a:lnTo>
                  <a:lnTo>
                    <a:pt x="325" y="70"/>
                  </a:lnTo>
                  <a:lnTo>
                    <a:pt x="326" y="67"/>
                  </a:lnTo>
                  <a:lnTo>
                    <a:pt x="329" y="63"/>
                  </a:lnTo>
                  <a:lnTo>
                    <a:pt x="331" y="59"/>
                  </a:lnTo>
                  <a:lnTo>
                    <a:pt x="335" y="57"/>
                  </a:lnTo>
                  <a:lnTo>
                    <a:pt x="339" y="55"/>
                  </a:lnTo>
                  <a:lnTo>
                    <a:pt x="343" y="54"/>
                  </a:lnTo>
                  <a:lnTo>
                    <a:pt x="347" y="53"/>
                  </a:lnTo>
                  <a:lnTo>
                    <a:pt x="347" y="53"/>
                  </a:lnTo>
                  <a:close/>
                  <a:moveTo>
                    <a:pt x="604" y="0"/>
                  </a:moveTo>
                  <a:lnTo>
                    <a:pt x="91" y="0"/>
                  </a:lnTo>
                  <a:lnTo>
                    <a:pt x="82" y="1"/>
                  </a:lnTo>
                  <a:lnTo>
                    <a:pt x="73" y="2"/>
                  </a:lnTo>
                  <a:lnTo>
                    <a:pt x="64" y="4"/>
                  </a:lnTo>
                  <a:lnTo>
                    <a:pt x="55" y="7"/>
                  </a:lnTo>
                  <a:lnTo>
                    <a:pt x="48" y="11"/>
                  </a:lnTo>
                  <a:lnTo>
                    <a:pt x="40" y="15"/>
                  </a:lnTo>
                  <a:lnTo>
                    <a:pt x="33" y="21"/>
                  </a:lnTo>
                  <a:lnTo>
                    <a:pt x="27" y="26"/>
                  </a:lnTo>
                  <a:lnTo>
                    <a:pt x="21" y="33"/>
                  </a:lnTo>
                  <a:lnTo>
                    <a:pt x="16" y="39"/>
                  </a:lnTo>
                  <a:lnTo>
                    <a:pt x="11" y="47"/>
                  </a:lnTo>
                  <a:lnTo>
                    <a:pt x="8" y="55"/>
                  </a:lnTo>
                  <a:lnTo>
                    <a:pt x="5" y="64"/>
                  </a:lnTo>
                  <a:lnTo>
                    <a:pt x="2" y="73"/>
                  </a:lnTo>
                  <a:lnTo>
                    <a:pt x="1" y="82"/>
                  </a:lnTo>
                  <a:lnTo>
                    <a:pt x="0" y="90"/>
                  </a:lnTo>
                  <a:lnTo>
                    <a:pt x="0" y="815"/>
                  </a:lnTo>
                  <a:lnTo>
                    <a:pt x="1" y="824"/>
                  </a:lnTo>
                  <a:lnTo>
                    <a:pt x="2" y="833"/>
                  </a:lnTo>
                  <a:lnTo>
                    <a:pt x="5" y="842"/>
                  </a:lnTo>
                  <a:lnTo>
                    <a:pt x="8" y="850"/>
                  </a:lnTo>
                  <a:lnTo>
                    <a:pt x="11" y="858"/>
                  </a:lnTo>
                  <a:lnTo>
                    <a:pt x="16" y="866"/>
                  </a:lnTo>
                  <a:lnTo>
                    <a:pt x="21" y="872"/>
                  </a:lnTo>
                  <a:lnTo>
                    <a:pt x="27" y="879"/>
                  </a:lnTo>
                  <a:lnTo>
                    <a:pt x="33" y="885"/>
                  </a:lnTo>
                  <a:lnTo>
                    <a:pt x="40" y="890"/>
                  </a:lnTo>
                  <a:lnTo>
                    <a:pt x="48" y="895"/>
                  </a:lnTo>
                  <a:lnTo>
                    <a:pt x="55" y="898"/>
                  </a:lnTo>
                  <a:lnTo>
                    <a:pt x="64" y="901"/>
                  </a:lnTo>
                  <a:lnTo>
                    <a:pt x="73" y="903"/>
                  </a:lnTo>
                  <a:lnTo>
                    <a:pt x="82" y="905"/>
                  </a:lnTo>
                  <a:lnTo>
                    <a:pt x="91" y="906"/>
                  </a:lnTo>
                  <a:lnTo>
                    <a:pt x="604" y="906"/>
                  </a:lnTo>
                  <a:lnTo>
                    <a:pt x="613" y="905"/>
                  </a:lnTo>
                  <a:lnTo>
                    <a:pt x="622" y="903"/>
                  </a:lnTo>
                  <a:lnTo>
                    <a:pt x="631" y="901"/>
                  </a:lnTo>
                  <a:lnTo>
                    <a:pt x="639" y="898"/>
                  </a:lnTo>
                  <a:lnTo>
                    <a:pt x="647" y="895"/>
                  </a:lnTo>
                  <a:lnTo>
                    <a:pt x="655" y="890"/>
                  </a:lnTo>
                  <a:lnTo>
                    <a:pt x="662" y="885"/>
                  </a:lnTo>
                  <a:lnTo>
                    <a:pt x="668" y="879"/>
                  </a:lnTo>
                  <a:lnTo>
                    <a:pt x="674" y="872"/>
                  </a:lnTo>
                  <a:lnTo>
                    <a:pt x="679" y="866"/>
                  </a:lnTo>
                  <a:lnTo>
                    <a:pt x="684" y="858"/>
                  </a:lnTo>
                  <a:lnTo>
                    <a:pt x="687" y="850"/>
                  </a:lnTo>
                  <a:lnTo>
                    <a:pt x="690" y="842"/>
                  </a:lnTo>
                  <a:lnTo>
                    <a:pt x="693" y="833"/>
                  </a:lnTo>
                  <a:lnTo>
                    <a:pt x="694" y="824"/>
                  </a:lnTo>
                  <a:lnTo>
                    <a:pt x="695" y="815"/>
                  </a:lnTo>
                  <a:lnTo>
                    <a:pt x="695" y="90"/>
                  </a:lnTo>
                  <a:lnTo>
                    <a:pt x="694" y="82"/>
                  </a:lnTo>
                  <a:lnTo>
                    <a:pt x="693" y="73"/>
                  </a:lnTo>
                  <a:lnTo>
                    <a:pt x="690" y="64"/>
                  </a:lnTo>
                  <a:lnTo>
                    <a:pt x="687" y="55"/>
                  </a:lnTo>
                  <a:lnTo>
                    <a:pt x="684" y="47"/>
                  </a:lnTo>
                  <a:lnTo>
                    <a:pt x="679" y="39"/>
                  </a:lnTo>
                  <a:lnTo>
                    <a:pt x="674" y="33"/>
                  </a:lnTo>
                  <a:lnTo>
                    <a:pt x="668" y="26"/>
                  </a:lnTo>
                  <a:lnTo>
                    <a:pt x="662" y="21"/>
                  </a:lnTo>
                  <a:lnTo>
                    <a:pt x="655" y="15"/>
                  </a:lnTo>
                  <a:lnTo>
                    <a:pt x="647" y="11"/>
                  </a:lnTo>
                  <a:lnTo>
                    <a:pt x="639" y="7"/>
                  </a:lnTo>
                  <a:lnTo>
                    <a:pt x="631" y="4"/>
                  </a:lnTo>
                  <a:lnTo>
                    <a:pt x="622" y="2"/>
                  </a:lnTo>
                  <a:lnTo>
                    <a:pt x="613" y="1"/>
                  </a:lnTo>
                  <a:lnTo>
                    <a:pt x="604" y="0"/>
                  </a:lnTo>
                  <a:lnTo>
                    <a:pt x="604"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79" name="Rectangle 1498">
              <a:extLst>
                <a:ext uri="{FF2B5EF4-FFF2-40B4-BE49-F238E27FC236}">
                  <a16:creationId xmlns:a16="http://schemas.microsoft.com/office/drawing/2014/main" id="{150C2D72-B2E7-4BBC-B0B5-F2D0672588AA}"/>
                </a:ext>
              </a:extLst>
            </p:cNvPr>
            <p:cNvSpPr>
              <a:spLocks noChangeArrowheads="1"/>
            </p:cNvSpPr>
            <p:nvPr/>
          </p:nvSpPr>
          <p:spPr bwMode="auto">
            <a:xfrm>
              <a:off x="74317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0" name="Rectangle 1499">
              <a:extLst>
                <a:ext uri="{FF2B5EF4-FFF2-40B4-BE49-F238E27FC236}">
                  <a16:creationId xmlns:a16="http://schemas.microsoft.com/office/drawing/2014/main" id="{88442823-0A9F-4F87-BC4E-67C185B4D095}"/>
                </a:ext>
              </a:extLst>
            </p:cNvPr>
            <p:cNvSpPr>
              <a:spLocks noChangeArrowheads="1"/>
            </p:cNvSpPr>
            <p:nvPr/>
          </p:nvSpPr>
          <p:spPr bwMode="auto">
            <a:xfrm>
              <a:off x="74698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1" name="Rectangle 1500">
              <a:extLst>
                <a:ext uri="{FF2B5EF4-FFF2-40B4-BE49-F238E27FC236}">
                  <a16:creationId xmlns:a16="http://schemas.microsoft.com/office/drawing/2014/main" id="{BB8E522F-6C5D-4BEC-99C9-595B4D9E91A0}"/>
                </a:ext>
              </a:extLst>
            </p:cNvPr>
            <p:cNvSpPr>
              <a:spLocks noChangeArrowheads="1"/>
            </p:cNvSpPr>
            <p:nvPr/>
          </p:nvSpPr>
          <p:spPr bwMode="auto">
            <a:xfrm>
              <a:off x="7507949" y="26816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2" name="Rectangle 1501">
              <a:extLst>
                <a:ext uri="{FF2B5EF4-FFF2-40B4-BE49-F238E27FC236}">
                  <a16:creationId xmlns:a16="http://schemas.microsoft.com/office/drawing/2014/main" id="{6D136E7B-C62D-4BAB-A634-DE74945715FC}"/>
                </a:ext>
              </a:extLst>
            </p:cNvPr>
            <p:cNvSpPr>
              <a:spLocks noChangeArrowheads="1"/>
            </p:cNvSpPr>
            <p:nvPr/>
          </p:nvSpPr>
          <p:spPr bwMode="auto">
            <a:xfrm>
              <a:off x="74317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3" name="Rectangle 1502">
              <a:extLst>
                <a:ext uri="{FF2B5EF4-FFF2-40B4-BE49-F238E27FC236}">
                  <a16:creationId xmlns:a16="http://schemas.microsoft.com/office/drawing/2014/main" id="{FB61B270-9A62-4EAD-B6D2-E4BFE8F2815D}"/>
                </a:ext>
              </a:extLst>
            </p:cNvPr>
            <p:cNvSpPr>
              <a:spLocks noChangeArrowheads="1"/>
            </p:cNvSpPr>
            <p:nvPr/>
          </p:nvSpPr>
          <p:spPr bwMode="auto">
            <a:xfrm>
              <a:off x="74698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4" name="Rectangle 1503">
              <a:extLst>
                <a:ext uri="{FF2B5EF4-FFF2-40B4-BE49-F238E27FC236}">
                  <a16:creationId xmlns:a16="http://schemas.microsoft.com/office/drawing/2014/main" id="{347D01A0-04AC-4D15-BA2B-F70FFF894A8A}"/>
                </a:ext>
              </a:extLst>
            </p:cNvPr>
            <p:cNvSpPr>
              <a:spLocks noChangeArrowheads="1"/>
            </p:cNvSpPr>
            <p:nvPr/>
          </p:nvSpPr>
          <p:spPr bwMode="auto">
            <a:xfrm>
              <a:off x="7507949" y="27197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5" name="Rectangle 1504">
              <a:extLst>
                <a:ext uri="{FF2B5EF4-FFF2-40B4-BE49-F238E27FC236}">
                  <a16:creationId xmlns:a16="http://schemas.microsoft.com/office/drawing/2014/main" id="{30C95C53-B2B8-4402-9B94-69787A1A5E97}"/>
                </a:ext>
              </a:extLst>
            </p:cNvPr>
            <p:cNvSpPr>
              <a:spLocks noChangeArrowheads="1"/>
            </p:cNvSpPr>
            <p:nvPr/>
          </p:nvSpPr>
          <p:spPr bwMode="auto">
            <a:xfrm>
              <a:off x="7431749" y="27578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86" name="Rectangle 1505">
              <a:extLst>
                <a:ext uri="{FF2B5EF4-FFF2-40B4-BE49-F238E27FC236}">
                  <a16:creationId xmlns:a16="http://schemas.microsoft.com/office/drawing/2014/main" id="{8AEFF552-DCE8-4A42-88F7-71DFCD8B6F89}"/>
                </a:ext>
              </a:extLst>
            </p:cNvPr>
            <p:cNvSpPr>
              <a:spLocks noChangeArrowheads="1"/>
            </p:cNvSpPr>
            <p:nvPr/>
          </p:nvSpPr>
          <p:spPr bwMode="auto">
            <a:xfrm>
              <a:off x="7469849" y="2757863"/>
              <a:ext cx="28575" cy="28575"/>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grpSp>
      <p:grpSp>
        <p:nvGrpSpPr>
          <p:cNvPr id="96" name="Group 95">
            <a:extLst>
              <a:ext uri="{FF2B5EF4-FFF2-40B4-BE49-F238E27FC236}">
                <a16:creationId xmlns:a16="http://schemas.microsoft.com/office/drawing/2014/main" id="{F41C9A52-9B58-416E-81BA-0379994CF5B7}"/>
              </a:ext>
            </a:extLst>
          </p:cNvPr>
          <p:cNvGrpSpPr/>
          <p:nvPr/>
        </p:nvGrpSpPr>
        <p:grpSpPr>
          <a:xfrm>
            <a:off x="7280643" y="4680036"/>
            <a:ext cx="215881" cy="215881"/>
            <a:chOff x="4319588" y="4213225"/>
            <a:chExt cx="287338" cy="287338"/>
          </a:xfrm>
          <a:solidFill>
            <a:schemeClr val="bg1"/>
          </a:solidFill>
          <a:effectLst/>
        </p:grpSpPr>
        <p:sp>
          <p:nvSpPr>
            <p:cNvPr id="97" name="Freeform 421">
              <a:extLst>
                <a:ext uri="{FF2B5EF4-FFF2-40B4-BE49-F238E27FC236}">
                  <a16:creationId xmlns:a16="http://schemas.microsoft.com/office/drawing/2014/main" id="{3B43AB95-465E-4787-BAA0-F4F7C621D084}"/>
                </a:ext>
              </a:extLst>
            </p:cNvPr>
            <p:cNvSpPr>
              <a:spLocks/>
            </p:cNvSpPr>
            <p:nvPr/>
          </p:nvSpPr>
          <p:spPr bwMode="auto">
            <a:xfrm>
              <a:off x="4471988" y="4213225"/>
              <a:ext cx="134938" cy="133350"/>
            </a:xfrm>
            <a:custGeom>
              <a:avLst/>
              <a:gdLst>
                <a:gd name="T0" fmla="*/ 15 w 422"/>
                <a:gd name="T1" fmla="*/ 422 h 422"/>
                <a:gd name="T2" fmla="*/ 407 w 422"/>
                <a:gd name="T3" fmla="*/ 422 h 422"/>
                <a:gd name="T4" fmla="*/ 409 w 422"/>
                <a:gd name="T5" fmla="*/ 421 h 422"/>
                <a:gd name="T6" fmla="*/ 412 w 422"/>
                <a:gd name="T7" fmla="*/ 421 h 422"/>
                <a:gd name="T8" fmla="*/ 414 w 422"/>
                <a:gd name="T9" fmla="*/ 419 h 422"/>
                <a:gd name="T10" fmla="*/ 416 w 422"/>
                <a:gd name="T11" fmla="*/ 417 h 422"/>
                <a:gd name="T12" fmla="*/ 419 w 422"/>
                <a:gd name="T13" fmla="*/ 414 h 422"/>
                <a:gd name="T14" fmla="*/ 420 w 422"/>
                <a:gd name="T15" fmla="*/ 412 h 422"/>
                <a:gd name="T16" fmla="*/ 421 w 422"/>
                <a:gd name="T17" fmla="*/ 409 h 422"/>
                <a:gd name="T18" fmla="*/ 422 w 422"/>
                <a:gd name="T19" fmla="*/ 407 h 422"/>
                <a:gd name="T20" fmla="*/ 421 w 422"/>
                <a:gd name="T21" fmla="*/ 386 h 422"/>
                <a:gd name="T22" fmla="*/ 420 w 422"/>
                <a:gd name="T23" fmla="*/ 365 h 422"/>
                <a:gd name="T24" fmla="*/ 416 w 422"/>
                <a:gd name="T25" fmla="*/ 345 h 422"/>
                <a:gd name="T26" fmla="*/ 413 w 422"/>
                <a:gd name="T27" fmla="*/ 324 h 422"/>
                <a:gd name="T28" fmla="*/ 409 w 422"/>
                <a:gd name="T29" fmla="*/ 305 h 422"/>
                <a:gd name="T30" fmla="*/ 403 w 422"/>
                <a:gd name="T31" fmla="*/ 286 h 422"/>
                <a:gd name="T32" fmla="*/ 397 w 422"/>
                <a:gd name="T33" fmla="*/ 266 h 422"/>
                <a:gd name="T34" fmla="*/ 390 w 422"/>
                <a:gd name="T35" fmla="*/ 248 h 422"/>
                <a:gd name="T36" fmla="*/ 381 w 422"/>
                <a:gd name="T37" fmla="*/ 230 h 422"/>
                <a:gd name="T38" fmla="*/ 372 w 422"/>
                <a:gd name="T39" fmla="*/ 213 h 422"/>
                <a:gd name="T40" fmla="*/ 363 w 422"/>
                <a:gd name="T41" fmla="*/ 196 h 422"/>
                <a:gd name="T42" fmla="*/ 352 w 422"/>
                <a:gd name="T43" fmla="*/ 180 h 422"/>
                <a:gd name="T44" fmla="*/ 340 w 422"/>
                <a:gd name="T45" fmla="*/ 163 h 422"/>
                <a:gd name="T46" fmla="*/ 329 w 422"/>
                <a:gd name="T47" fmla="*/ 148 h 422"/>
                <a:gd name="T48" fmla="*/ 316 w 422"/>
                <a:gd name="T49" fmla="*/ 133 h 422"/>
                <a:gd name="T50" fmla="*/ 302 w 422"/>
                <a:gd name="T51" fmla="*/ 119 h 422"/>
                <a:gd name="T52" fmla="*/ 288 w 422"/>
                <a:gd name="T53" fmla="*/ 106 h 422"/>
                <a:gd name="T54" fmla="*/ 274 w 422"/>
                <a:gd name="T55" fmla="*/ 93 h 422"/>
                <a:gd name="T56" fmla="*/ 258 w 422"/>
                <a:gd name="T57" fmla="*/ 81 h 422"/>
                <a:gd name="T58" fmla="*/ 242 w 422"/>
                <a:gd name="T59" fmla="*/ 69 h 422"/>
                <a:gd name="T60" fmla="*/ 226 w 422"/>
                <a:gd name="T61" fmla="*/ 59 h 422"/>
                <a:gd name="T62" fmla="*/ 208 w 422"/>
                <a:gd name="T63" fmla="*/ 49 h 422"/>
                <a:gd name="T64" fmla="*/ 191 w 422"/>
                <a:gd name="T65" fmla="*/ 40 h 422"/>
                <a:gd name="T66" fmla="*/ 173 w 422"/>
                <a:gd name="T67" fmla="*/ 32 h 422"/>
                <a:gd name="T68" fmla="*/ 155 w 422"/>
                <a:gd name="T69" fmla="*/ 25 h 422"/>
                <a:gd name="T70" fmla="*/ 135 w 422"/>
                <a:gd name="T71" fmla="*/ 19 h 422"/>
                <a:gd name="T72" fmla="*/ 116 w 422"/>
                <a:gd name="T73" fmla="*/ 13 h 422"/>
                <a:gd name="T74" fmla="*/ 97 w 422"/>
                <a:gd name="T75" fmla="*/ 8 h 422"/>
                <a:gd name="T76" fmla="*/ 76 w 422"/>
                <a:gd name="T77" fmla="*/ 5 h 422"/>
                <a:gd name="T78" fmla="*/ 56 w 422"/>
                <a:gd name="T79" fmla="*/ 3 h 422"/>
                <a:gd name="T80" fmla="*/ 36 w 422"/>
                <a:gd name="T81" fmla="*/ 0 h 422"/>
                <a:gd name="T82" fmla="*/ 15 w 422"/>
                <a:gd name="T83" fmla="*/ 0 h 422"/>
                <a:gd name="T84" fmla="*/ 12 w 422"/>
                <a:gd name="T85" fmla="*/ 0 h 422"/>
                <a:gd name="T86" fmla="*/ 9 w 422"/>
                <a:gd name="T87" fmla="*/ 2 h 422"/>
                <a:gd name="T88" fmla="*/ 7 w 422"/>
                <a:gd name="T89" fmla="*/ 3 h 422"/>
                <a:gd name="T90" fmla="*/ 5 w 422"/>
                <a:gd name="T91" fmla="*/ 5 h 422"/>
                <a:gd name="T92" fmla="*/ 2 w 422"/>
                <a:gd name="T93" fmla="*/ 7 h 422"/>
                <a:gd name="T94" fmla="*/ 1 w 422"/>
                <a:gd name="T95" fmla="*/ 9 h 422"/>
                <a:gd name="T96" fmla="*/ 0 w 422"/>
                <a:gd name="T97" fmla="*/ 12 h 422"/>
                <a:gd name="T98" fmla="*/ 0 w 422"/>
                <a:gd name="T99" fmla="*/ 15 h 422"/>
                <a:gd name="T100" fmla="*/ 0 w 422"/>
                <a:gd name="T101" fmla="*/ 406 h 422"/>
                <a:gd name="T102" fmla="*/ 0 w 422"/>
                <a:gd name="T103" fmla="*/ 409 h 422"/>
                <a:gd name="T104" fmla="*/ 1 w 422"/>
                <a:gd name="T105" fmla="*/ 412 h 422"/>
                <a:gd name="T106" fmla="*/ 2 w 422"/>
                <a:gd name="T107" fmla="*/ 414 h 422"/>
                <a:gd name="T108" fmla="*/ 5 w 422"/>
                <a:gd name="T109" fmla="*/ 417 h 422"/>
                <a:gd name="T110" fmla="*/ 7 w 422"/>
                <a:gd name="T111" fmla="*/ 419 h 422"/>
                <a:gd name="T112" fmla="*/ 9 w 422"/>
                <a:gd name="T113" fmla="*/ 421 h 422"/>
                <a:gd name="T114" fmla="*/ 12 w 422"/>
                <a:gd name="T115" fmla="*/ 421 h 422"/>
                <a:gd name="T116" fmla="*/ 15 w 422"/>
                <a:gd name="T117" fmla="*/ 422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2" h="422">
                  <a:moveTo>
                    <a:pt x="15" y="422"/>
                  </a:moveTo>
                  <a:lnTo>
                    <a:pt x="407" y="422"/>
                  </a:lnTo>
                  <a:lnTo>
                    <a:pt x="409" y="421"/>
                  </a:lnTo>
                  <a:lnTo>
                    <a:pt x="412" y="421"/>
                  </a:lnTo>
                  <a:lnTo>
                    <a:pt x="414" y="419"/>
                  </a:lnTo>
                  <a:lnTo>
                    <a:pt x="416" y="417"/>
                  </a:lnTo>
                  <a:lnTo>
                    <a:pt x="419" y="414"/>
                  </a:lnTo>
                  <a:lnTo>
                    <a:pt x="420" y="412"/>
                  </a:lnTo>
                  <a:lnTo>
                    <a:pt x="421" y="409"/>
                  </a:lnTo>
                  <a:lnTo>
                    <a:pt x="422" y="407"/>
                  </a:lnTo>
                  <a:lnTo>
                    <a:pt x="421" y="386"/>
                  </a:lnTo>
                  <a:lnTo>
                    <a:pt x="420" y="365"/>
                  </a:lnTo>
                  <a:lnTo>
                    <a:pt x="416" y="345"/>
                  </a:lnTo>
                  <a:lnTo>
                    <a:pt x="413" y="324"/>
                  </a:lnTo>
                  <a:lnTo>
                    <a:pt x="409" y="305"/>
                  </a:lnTo>
                  <a:lnTo>
                    <a:pt x="403" y="286"/>
                  </a:lnTo>
                  <a:lnTo>
                    <a:pt x="397" y="266"/>
                  </a:lnTo>
                  <a:lnTo>
                    <a:pt x="390" y="248"/>
                  </a:lnTo>
                  <a:lnTo>
                    <a:pt x="381" y="230"/>
                  </a:lnTo>
                  <a:lnTo>
                    <a:pt x="372" y="213"/>
                  </a:lnTo>
                  <a:lnTo>
                    <a:pt x="363" y="196"/>
                  </a:lnTo>
                  <a:lnTo>
                    <a:pt x="352" y="180"/>
                  </a:lnTo>
                  <a:lnTo>
                    <a:pt x="340" y="163"/>
                  </a:lnTo>
                  <a:lnTo>
                    <a:pt x="329" y="148"/>
                  </a:lnTo>
                  <a:lnTo>
                    <a:pt x="316" y="133"/>
                  </a:lnTo>
                  <a:lnTo>
                    <a:pt x="302" y="119"/>
                  </a:lnTo>
                  <a:lnTo>
                    <a:pt x="288" y="106"/>
                  </a:lnTo>
                  <a:lnTo>
                    <a:pt x="274" y="93"/>
                  </a:lnTo>
                  <a:lnTo>
                    <a:pt x="258" y="81"/>
                  </a:lnTo>
                  <a:lnTo>
                    <a:pt x="242" y="69"/>
                  </a:lnTo>
                  <a:lnTo>
                    <a:pt x="226" y="59"/>
                  </a:lnTo>
                  <a:lnTo>
                    <a:pt x="208" y="49"/>
                  </a:lnTo>
                  <a:lnTo>
                    <a:pt x="191" y="40"/>
                  </a:lnTo>
                  <a:lnTo>
                    <a:pt x="173" y="32"/>
                  </a:lnTo>
                  <a:lnTo>
                    <a:pt x="155" y="25"/>
                  </a:lnTo>
                  <a:lnTo>
                    <a:pt x="135" y="19"/>
                  </a:lnTo>
                  <a:lnTo>
                    <a:pt x="116" y="13"/>
                  </a:lnTo>
                  <a:lnTo>
                    <a:pt x="97" y="8"/>
                  </a:lnTo>
                  <a:lnTo>
                    <a:pt x="76" y="5"/>
                  </a:lnTo>
                  <a:lnTo>
                    <a:pt x="56" y="3"/>
                  </a:lnTo>
                  <a:lnTo>
                    <a:pt x="36" y="0"/>
                  </a:lnTo>
                  <a:lnTo>
                    <a:pt x="15" y="0"/>
                  </a:lnTo>
                  <a:lnTo>
                    <a:pt x="12" y="0"/>
                  </a:lnTo>
                  <a:lnTo>
                    <a:pt x="9" y="2"/>
                  </a:lnTo>
                  <a:lnTo>
                    <a:pt x="7" y="3"/>
                  </a:lnTo>
                  <a:lnTo>
                    <a:pt x="5" y="5"/>
                  </a:lnTo>
                  <a:lnTo>
                    <a:pt x="2" y="7"/>
                  </a:lnTo>
                  <a:lnTo>
                    <a:pt x="1" y="9"/>
                  </a:lnTo>
                  <a:lnTo>
                    <a:pt x="0" y="12"/>
                  </a:lnTo>
                  <a:lnTo>
                    <a:pt x="0" y="15"/>
                  </a:lnTo>
                  <a:lnTo>
                    <a:pt x="0" y="406"/>
                  </a:lnTo>
                  <a:lnTo>
                    <a:pt x="0" y="409"/>
                  </a:lnTo>
                  <a:lnTo>
                    <a:pt x="1" y="412"/>
                  </a:lnTo>
                  <a:lnTo>
                    <a:pt x="2" y="414"/>
                  </a:lnTo>
                  <a:lnTo>
                    <a:pt x="5" y="417"/>
                  </a:lnTo>
                  <a:lnTo>
                    <a:pt x="7" y="419"/>
                  </a:lnTo>
                  <a:lnTo>
                    <a:pt x="9" y="421"/>
                  </a:lnTo>
                  <a:lnTo>
                    <a:pt x="12" y="421"/>
                  </a:lnTo>
                  <a:lnTo>
                    <a:pt x="15" y="422"/>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98" name="Freeform 422">
              <a:extLst>
                <a:ext uri="{FF2B5EF4-FFF2-40B4-BE49-F238E27FC236}">
                  <a16:creationId xmlns:a16="http://schemas.microsoft.com/office/drawing/2014/main" id="{2D15B5D1-3858-4D36-A23C-F9285E3CC93B}"/>
                </a:ext>
              </a:extLst>
            </p:cNvPr>
            <p:cNvSpPr>
              <a:spLocks/>
            </p:cNvSpPr>
            <p:nvPr/>
          </p:nvSpPr>
          <p:spPr bwMode="auto">
            <a:xfrm>
              <a:off x="4319588" y="4241800"/>
              <a:ext cx="220663" cy="258763"/>
            </a:xfrm>
            <a:custGeom>
              <a:avLst/>
              <a:gdLst>
                <a:gd name="T0" fmla="*/ 421 w 698"/>
                <a:gd name="T1" fmla="*/ 15 h 813"/>
                <a:gd name="T2" fmla="*/ 420 w 698"/>
                <a:gd name="T3" fmla="*/ 8 h 813"/>
                <a:gd name="T4" fmla="*/ 417 w 698"/>
                <a:gd name="T5" fmla="*/ 4 h 813"/>
                <a:gd name="T6" fmla="*/ 413 w 698"/>
                <a:gd name="T7" fmla="*/ 1 h 813"/>
                <a:gd name="T8" fmla="*/ 406 w 698"/>
                <a:gd name="T9" fmla="*/ 0 h 813"/>
                <a:gd name="T10" fmla="*/ 365 w 698"/>
                <a:gd name="T11" fmla="*/ 2 h 813"/>
                <a:gd name="T12" fmla="*/ 325 w 698"/>
                <a:gd name="T13" fmla="*/ 8 h 813"/>
                <a:gd name="T14" fmla="*/ 286 w 698"/>
                <a:gd name="T15" fmla="*/ 18 h 813"/>
                <a:gd name="T16" fmla="*/ 249 w 698"/>
                <a:gd name="T17" fmla="*/ 32 h 813"/>
                <a:gd name="T18" fmla="*/ 213 w 698"/>
                <a:gd name="T19" fmla="*/ 49 h 813"/>
                <a:gd name="T20" fmla="*/ 180 w 698"/>
                <a:gd name="T21" fmla="*/ 69 h 813"/>
                <a:gd name="T22" fmla="*/ 148 w 698"/>
                <a:gd name="T23" fmla="*/ 92 h 813"/>
                <a:gd name="T24" fmla="*/ 120 w 698"/>
                <a:gd name="T25" fmla="*/ 119 h 813"/>
                <a:gd name="T26" fmla="*/ 93 w 698"/>
                <a:gd name="T27" fmla="*/ 148 h 813"/>
                <a:gd name="T28" fmla="*/ 69 w 698"/>
                <a:gd name="T29" fmla="*/ 179 h 813"/>
                <a:gd name="T30" fmla="*/ 49 w 698"/>
                <a:gd name="T31" fmla="*/ 212 h 813"/>
                <a:gd name="T32" fmla="*/ 32 w 698"/>
                <a:gd name="T33" fmla="*/ 247 h 813"/>
                <a:gd name="T34" fmla="*/ 19 w 698"/>
                <a:gd name="T35" fmla="*/ 285 h 813"/>
                <a:gd name="T36" fmla="*/ 8 w 698"/>
                <a:gd name="T37" fmla="*/ 325 h 813"/>
                <a:gd name="T38" fmla="*/ 2 w 698"/>
                <a:gd name="T39" fmla="*/ 364 h 813"/>
                <a:gd name="T40" fmla="*/ 0 w 698"/>
                <a:gd name="T41" fmla="*/ 406 h 813"/>
                <a:gd name="T42" fmla="*/ 2 w 698"/>
                <a:gd name="T43" fmla="*/ 447 h 813"/>
                <a:gd name="T44" fmla="*/ 8 w 698"/>
                <a:gd name="T45" fmla="*/ 488 h 813"/>
                <a:gd name="T46" fmla="*/ 19 w 698"/>
                <a:gd name="T47" fmla="*/ 526 h 813"/>
                <a:gd name="T48" fmla="*/ 32 w 698"/>
                <a:gd name="T49" fmla="*/ 564 h 813"/>
                <a:gd name="T50" fmla="*/ 49 w 698"/>
                <a:gd name="T51" fmla="*/ 599 h 813"/>
                <a:gd name="T52" fmla="*/ 69 w 698"/>
                <a:gd name="T53" fmla="*/ 633 h 813"/>
                <a:gd name="T54" fmla="*/ 93 w 698"/>
                <a:gd name="T55" fmla="*/ 665 h 813"/>
                <a:gd name="T56" fmla="*/ 120 w 698"/>
                <a:gd name="T57" fmla="*/ 694 h 813"/>
                <a:gd name="T58" fmla="*/ 148 w 698"/>
                <a:gd name="T59" fmla="*/ 719 h 813"/>
                <a:gd name="T60" fmla="*/ 180 w 698"/>
                <a:gd name="T61" fmla="*/ 743 h 813"/>
                <a:gd name="T62" fmla="*/ 213 w 698"/>
                <a:gd name="T63" fmla="*/ 763 h 813"/>
                <a:gd name="T64" fmla="*/ 249 w 698"/>
                <a:gd name="T65" fmla="*/ 780 h 813"/>
                <a:gd name="T66" fmla="*/ 286 w 698"/>
                <a:gd name="T67" fmla="*/ 794 h 813"/>
                <a:gd name="T68" fmla="*/ 325 w 698"/>
                <a:gd name="T69" fmla="*/ 804 h 813"/>
                <a:gd name="T70" fmla="*/ 365 w 698"/>
                <a:gd name="T71" fmla="*/ 810 h 813"/>
                <a:gd name="T72" fmla="*/ 406 w 698"/>
                <a:gd name="T73" fmla="*/ 813 h 813"/>
                <a:gd name="T74" fmla="*/ 447 w 698"/>
                <a:gd name="T75" fmla="*/ 810 h 813"/>
                <a:gd name="T76" fmla="*/ 487 w 698"/>
                <a:gd name="T77" fmla="*/ 804 h 813"/>
                <a:gd name="T78" fmla="*/ 525 w 698"/>
                <a:gd name="T79" fmla="*/ 794 h 813"/>
                <a:gd name="T80" fmla="*/ 562 w 698"/>
                <a:gd name="T81" fmla="*/ 782 h 813"/>
                <a:gd name="T82" fmla="*/ 598 w 698"/>
                <a:gd name="T83" fmla="*/ 764 h 813"/>
                <a:gd name="T84" fmla="*/ 632 w 698"/>
                <a:gd name="T85" fmla="*/ 744 h 813"/>
                <a:gd name="T86" fmla="*/ 664 w 698"/>
                <a:gd name="T87" fmla="*/ 720 h 813"/>
                <a:gd name="T88" fmla="*/ 694 w 698"/>
                <a:gd name="T89" fmla="*/ 694 h 813"/>
                <a:gd name="T90" fmla="*/ 697 w 698"/>
                <a:gd name="T91" fmla="*/ 688 h 813"/>
                <a:gd name="T92" fmla="*/ 698 w 698"/>
                <a:gd name="T93" fmla="*/ 683 h 813"/>
                <a:gd name="T94" fmla="*/ 697 w 698"/>
                <a:gd name="T95" fmla="*/ 676 h 813"/>
                <a:gd name="T96" fmla="*/ 694 w 698"/>
                <a:gd name="T97" fmla="*/ 672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8" h="813">
                  <a:moveTo>
                    <a:pt x="421" y="400"/>
                  </a:moveTo>
                  <a:lnTo>
                    <a:pt x="421" y="15"/>
                  </a:lnTo>
                  <a:lnTo>
                    <a:pt x="421" y="11"/>
                  </a:lnTo>
                  <a:lnTo>
                    <a:pt x="420" y="8"/>
                  </a:lnTo>
                  <a:lnTo>
                    <a:pt x="419" y="6"/>
                  </a:lnTo>
                  <a:lnTo>
                    <a:pt x="417" y="4"/>
                  </a:lnTo>
                  <a:lnTo>
                    <a:pt x="415" y="2"/>
                  </a:lnTo>
                  <a:lnTo>
                    <a:pt x="413" y="1"/>
                  </a:lnTo>
                  <a:lnTo>
                    <a:pt x="409" y="0"/>
                  </a:lnTo>
                  <a:lnTo>
                    <a:pt x="406" y="0"/>
                  </a:lnTo>
                  <a:lnTo>
                    <a:pt x="386" y="0"/>
                  </a:lnTo>
                  <a:lnTo>
                    <a:pt x="365" y="2"/>
                  </a:lnTo>
                  <a:lnTo>
                    <a:pt x="345" y="4"/>
                  </a:lnTo>
                  <a:lnTo>
                    <a:pt x="325" y="8"/>
                  </a:lnTo>
                  <a:lnTo>
                    <a:pt x="305" y="12"/>
                  </a:lnTo>
                  <a:lnTo>
                    <a:pt x="286" y="18"/>
                  </a:lnTo>
                  <a:lnTo>
                    <a:pt x="267" y="24"/>
                  </a:lnTo>
                  <a:lnTo>
                    <a:pt x="249" y="32"/>
                  </a:lnTo>
                  <a:lnTo>
                    <a:pt x="230" y="39"/>
                  </a:lnTo>
                  <a:lnTo>
                    <a:pt x="213" y="49"/>
                  </a:lnTo>
                  <a:lnTo>
                    <a:pt x="196" y="59"/>
                  </a:lnTo>
                  <a:lnTo>
                    <a:pt x="180" y="69"/>
                  </a:lnTo>
                  <a:lnTo>
                    <a:pt x="164" y="80"/>
                  </a:lnTo>
                  <a:lnTo>
                    <a:pt x="148" y="92"/>
                  </a:lnTo>
                  <a:lnTo>
                    <a:pt x="134" y="105"/>
                  </a:lnTo>
                  <a:lnTo>
                    <a:pt x="120" y="119"/>
                  </a:lnTo>
                  <a:lnTo>
                    <a:pt x="106" y="133"/>
                  </a:lnTo>
                  <a:lnTo>
                    <a:pt x="93" y="148"/>
                  </a:lnTo>
                  <a:lnTo>
                    <a:pt x="81" y="163"/>
                  </a:lnTo>
                  <a:lnTo>
                    <a:pt x="69" y="179"/>
                  </a:lnTo>
                  <a:lnTo>
                    <a:pt x="59" y="195"/>
                  </a:lnTo>
                  <a:lnTo>
                    <a:pt x="49" y="212"/>
                  </a:lnTo>
                  <a:lnTo>
                    <a:pt x="40" y="230"/>
                  </a:lnTo>
                  <a:lnTo>
                    <a:pt x="32" y="247"/>
                  </a:lnTo>
                  <a:lnTo>
                    <a:pt x="24" y="267"/>
                  </a:lnTo>
                  <a:lnTo>
                    <a:pt x="19" y="285"/>
                  </a:lnTo>
                  <a:lnTo>
                    <a:pt x="13" y="304"/>
                  </a:lnTo>
                  <a:lnTo>
                    <a:pt x="8" y="325"/>
                  </a:lnTo>
                  <a:lnTo>
                    <a:pt x="5" y="344"/>
                  </a:lnTo>
                  <a:lnTo>
                    <a:pt x="2" y="364"/>
                  </a:lnTo>
                  <a:lnTo>
                    <a:pt x="1" y="385"/>
                  </a:lnTo>
                  <a:lnTo>
                    <a:pt x="0" y="406"/>
                  </a:lnTo>
                  <a:lnTo>
                    <a:pt x="1" y="426"/>
                  </a:lnTo>
                  <a:lnTo>
                    <a:pt x="2" y="447"/>
                  </a:lnTo>
                  <a:lnTo>
                    <a:pt x="5" y="467"/>
                  </a:lnTo>
                  <a:lnTo>
                    <a:pt x="8" y="488"/>
                  </a:lnTo>
                  <a:lnTo>
                    <a:pt x="13" y="507"/>
                  </a:lnTo>
                  <a:lnTo>
                    <a:pt x="19" y="526"/>
                  </a:lnTo>
                  <a:lnTo>
                    <a:pt x="24" y="546"/>
                  </a:lnTo>
                  <a:lnTo>
                    <a:pt x="32" y="564"/>
                  </a:lnTo>
                  <a:lnTo>
                    <a:pt x="40" y="582"/>
                  </a:lnTo>
                  <a:lnTo>
                    <a:pt x="49" y="599"/>
                  </a:lnTo>
                  <a:lnTo>
                    <a:pt x="59" y="616"/>
                  </a:lnTo>
                  <a:lnTo>
                    <a:pt x="69" y="633"/>
                  </a:lnTo>
                  <a:lnTo>
                    <a:pt x="81" y="649"/>
                  </a:lnTo>
                  <a:lnTo>
                    <a:pt x="93" y="665"/>
                  </a:lnTo>
                  <a:lnTo>
                    <a:pt x="106" y="679"/>
                  </a:lnTo>
                  <a:lnTo>
                    <a:pt x="120" y="694"/>
                  </a:lnTo>
                  <a:lnTo>
                    <a:pt x="134" y="706"/>
                  </a:lnTo>
                  <a:lnTo>
                    <a:pt x="148" y="719"/>
                  </a:lnTo>
                  <a:lnTo>
                    <a:pt x="164" y="731"/>
                  </a:lnTo>
                  <a:lnTo>
                    <a:pt x="180" y="743"/>
                  </a:lnTo>
                  <a:lnTo>
                    <a:pt x="196" y="754"/>
                  </a:lnTo>
                  <a:lnTo>
                    <a:pt x="213" y="763"/>
                  </a:lnTo>
                  <a:lnTo>
                    <a:pt x="230" y="772"/>
                  </a:lnTo>
                  <a:lnTo>
                    <a:pt x="249" y="780"/>
                  </a:lnTo>
                  <a:lnTo>
                    <a:pt x="267" y="788"/>
                  </a:lnTo>
                  <a:lnTo>
                    <a:pt x="286" y="794"/>
                  </a:lnTo>
                  <a:lnTo>
                    <a:pt x="305" y="800"/>
                  </a:lnTo>
                  <a:lnTo>
                    <a:pt x="325" y="804"/>
                  </a:lnTo>
                  <a:lnTo>
                    <a:pt x="345" y="807"/>
                  </a:lnTo>
                  <a:lnTo>
                    <a:pt x="365" y="810"/>
                  </a:lnTo>
                  <a:lnTo>
                    <a:pt x="386" y="812"/>
                  </a:lnTo>
                  <a:lnTo>
                    <a:pt x="406" y="813"/>
                  </a:lnTo>
                  <a:lnTo>
                    <a:pt x="427" y="812"/>
                  </a:lnTo>
                  <a:lnTo>
                    <a:pt x="447" y="810"/>
                  </a:lnTo>
                  <a:lnTo>
                    <a:pt x="467" y="808"/>
                  </a:lnTo>
                  <a:lnTo>
                    <a:pt x="487" y="804"/>
                  </a:lnTo>
                  <a:lnTo>
                    <a:pt x="506" y="800"/>
                  </a:lnTo>
                  <a:lnTo>
                    <a:pt x="525" y="794"/>
                  </a:lnTo>
                  <a:lnTo>
                    <a:pt x="543" y="789"/>
                  </a:lnTo>
                  <a:lnTo>
                    <a:pt x="562" y="782"/>
                  </a:lnTo>
                  <a:lnTo>
                    <a:pt x="580" y="774"/>
                  </a:lnTo>
                  <a:lnTo>
                    <a:pt x="598" y="764"/>
                  </a:lnTo>
                  <a:lnTo>
                    <a:pt x="615" y="755"/>
                  </a:lnTo>
                  <a:lnTo>
                    <a:pt x="632" y="744"/>
                  </a:lnTo>
                  <a:lnTo>
                    <a:pt x="649" y="733"/>
                  </a:lnTo>
                  <a:lnTo>
                    <a:pt x="664" y="720"/>
                  </a:lnTo>
                  <a:lnTo>
                    <a:pt x="680" y="707"/>
                  </a:lnTo>
                  <a:lnTo>
                    <a:pt x="694" y="694"/>
                  </a:lnTo>
                  <a:lnTo>
                    <a:pt x="696" y="691"/>
                  </a:lnTo>
                  <a:lnTo>
                    <a:pt x="697" y="688"/>
                  </a:lnTo>
                  <a:lnTo>
                    <a:pt x="698" y="686"/>
                  </a:lnTo>
                  <a:lnTo>
                    <a:pt x="698" y="683"/>
                  </a:lnTo>
                  <a:lnTo>
                    <a:pt x="698" y="680"/>
                  </a:lnTo>
                  <a:lnTo>
                    <a:pt x="697" y="676"/>
                  </a:lnTo>
                  <a:lnTo>
                    <a:pt x="696" y="674"/>
                  </a:lnTo>
                  <a:lnTo>
                    <a:pt x="694" y="672"/>
                  </a:lnTo>
                  <a:lnTo>
                    <a:pt x="421" y="40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99" name="Freeform 423">
              <a:extLst>
                <a:ext uri="{FF2B5EF4-FFF2-40B4-BE49-F238E27FC236}">
                  <a16:creationId xmlns:a16="http://schemas.microsoft.com/office/drawing/2014/main" id="{A85650C6-A352-4849-8237-E8D0D7A6090A}"/>
                </a:ext>
              </a:extLst>
            </p:cNvPr>
            <p:cNvSpPr>
              <a:spLocks/>
            </p:cNvSpPr>
            <p:nvPr/>
          </p:nvSpPr>
          <p:spPr bwMode="auto">
            <a:xfrm>
              <a:off x="4471988" y="4356100"/>
              <a:ext cx="134938" cy="98425"/>
            </a:xfrm>
            <a:custGeom>
              <a:avLst/>
              <a:gdLst>
                <a:gd name="T0" fmla="*/ 407 w 422"/>
                <a:gd name="T1" fmla="*/ 0 h 307"/>
                <a:gd name="T2" fmla="*/ 15 w 422"/>
                <a:gd name="T3" fmla="*/ 0 h 307"/>
                <a:gd name="T4" fmla="*/ 11 w 422"/>
                <a:gd name="T5" fmla="*/ 0 h 307"/>
                <a:gd name="T6" fmla="*/ 7 w 422"/>
                <a:gd name="T7" fmla="*/ 2 h 307"/>
                <a:gd name="T8" fmla="*/ 4 w 422"/>
                <a:gd name="T9" fmla="*/ 5 h 307"/>
                <a:gd name="T10" fmla="*/ 1 w 422"/>
                <a:gd name="T11" fmla="*/ 9 h 307"/>
                <a:gd name="T12" fmla="*/ 0 w 422"/>
                <a:gd name="T13" fmla="*/ 13 h 307"/>
                <a:gd name="T14" fmla="*/ 0 w 422"/>
                <a:gd name="T15" fmla="*/ 17 h 307"/>
                <a:gd name="T16" fmla="*/ 1 w 422"/>
                <a:gd name="T17" fmla="*/ 21 h 307"/>
                <a:gd name="T18" fmla="*/ 5 w 422"/>
                <a:gd name="T19" fmla="*/ 26 h 307"/>
                <a:gd name="T20" fmla="*/ 281 w 422"/>
                <a:gd name="T21" fmla="*/ 303 h 307"/>
                <a:gd name="T22" fmla="*/ 283 w 422"/>
                <a:gd name="T23" fmla="*/ 304 h 307"/>
                <a:gd name="T24" fmla="*/ 286 w 422"/>
                <a:gd name="T25" fmla="*/ 306 h 307"/>
                <a:gd name="T26" fmla="*/ 289 w 422"/>
                <a:gd name="T27" fmla="*/ 306 h 307"/>
                <a:gd name="T28" fmla="*/ 292 w 422"/>
                <a:gd name="T29" fmla="*/ 307 h 307"/>
                <a:gd name="T30" fmla="*/ 294 w 422"/>
                <a:gd name="T31" fmla="*/ 306 h 307"/>
                <a:gd name="T32" fmla="*/ 297 w 422"/>
                <a:gd name="T33" fmla="*/ 306 h 307"/>
                <a:gd name="T34" fmla="*/ 300 w 422"/>
                <a:gd name="T35" fmla="*/ 304 h 307"/>
                <a:gd name="T36" fmla="*/ 303 w 422"/>
                <a:gd name="T37" fmla="*/ 303 h 307"/>
                <a:gd name="T38" fmla="*/ 317 w 422"/>
                <a:gd name="T39" fmla="*/ 288 h 307"/>
                <a:gd name="T40" fmla="*/ 330 w 422"/>
                <a:gd name="T41" fmla="*/ 272 h 307"/>
                <a:gd name="T42" fmla="*/ 341 w 422"/>
                <a:gd name="T43" fmla="*/ 256 h 307"/>
                <a:gd name="T44" fmla="*/ 353 w 422"/>
                <a:gd name="T45" fmla="*/ 240 h 307"/>
                <a:gd name="T46" fmla="*/ 364 w 422"/>
                <a:gd name="T47" fmla="*/ 223 h 307"/>
                <a:gd name="T48" fmla="*/ 374 w 422"/>
                <a:gd name="T49" fmla="*/ 206 h 307"/>
                <a:gd name="T50" fmla="*/ 382 w 422"/>
                <a:gd name="T51" fmla="*/ 189 h 307"/>
                <a:gd name="T52" fmla="*/ 391 w 422"/>
                <a:gd name="T53" fmla="*/ 171 h 307"/>
                <a:gd name="T54" fmla="*/ 398 w 422"/>
                <a:gd name="T55" fmla="*/ 152 h 307"/>
                <a:gd name="T56" fmla="*/ 404 w 422"/>
                <a:gd name="T57" fmla="*/ 133 h 307"/>
                <a:gd name="T58" fmla="*/ 409 w 422"/>
                <a:gd name="T59" fmla="*/ 114 h 307"/>
                <a:gd name="T60" fmla="*/ 413 w 422"/>
                <a:gd name="T61" fmla="*/ 94 h 307"/>
                <a:gd name="T62" fmla="*/ 416 w 422"/>
                <a:gd name="T63" fmla="*/ 75 h 307"/>
                <a:gd name="T64" fmla="*/ 420 w 422"/>
                <a:gd name="T65" fmla="*/ 55 h 307"/>
                <a:gd name="T66" fmla="*/ 421 w 422"/>
                <a:gd name="T67" fmla="*/ 35 h 307"/>
                <a:gd name="T68" fmla="*/ 422 w 422"/>
                <a:gd name="T69" fmla="*/ 15 h 307"/>
                <a:gd name="T70" fmla="*/ 421 w 422"/>
                <a:gd name="T71" fmla="*/ 12 h 307"/>
                <a:gd name="T72" fmla="*/ 420 w 422"/>
                <a:gd name="T73" fmla="*/ 9 h 307"/>
                <a:gd name="T74" fmla="*/ 419 w 422"/>
                <a:gd name="T75" fmla="*/ 6 h 307"/>
                <a:gd name="T76" fmla="*/ 416 w 422"/>
                <a:gd name="T77" fmla="*/ 4 h 307"/>
                <a:gd name="T78" fmla="*/ 414 w 422"/>
                <a:gd name="T79" fmla="*/ 2 h 307"/>
                <a:gd name="T80" fmla="*/ 412 w 422"/>
                <a:gd name="T81" fmla="*/ 1 h 307"/>
                <a:gd name="T82" fmla="*/ 409 w 422"/>
                <a:gd name="T83" fmla="*/ 0 h 307"/>
                <a:gd name="T84" fmla="*/ 407 w 422"/>
                <a:gd name="T85"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07">
                  <a:moveTo>
                    <a:pt x="407" y="0"/>
                  </a:moveTo>
                  <a:lnTo>
                    <a:pt x="15" y="0"/>
                  </a:lnTo>
                  <a:lnTo>
                    <a:pt x="11" y="0"/>
                  </a:lnTo>
                  <a:lnTo>
                    <a:pt x="7" y="2"/>
                  </a:lnTo>
                  <a:lnTo>
                    <a:pt x="4" y="5"/>
                  </a:lnTo>
                  <a:lnTo>
                    <a:pt x="1" y="9"/>
                  </a:lnTo>
                  <a:lnTo>
                    <a:pt x="0" y="13"/>
                  </a:lnTo>
                  <a:lnTo>
                    <a:pt x="0" y="17"/>
                  </a:lnTo>
                  <a:lnTo>
                    <a:pt x="1" y="21"/>
                  </a:lnTo>
                  <a:lnTo>
                    <a:pt x="5" y="26"/>
                  </a:lnTo>
                  <a:lnTo>
                    <a:pt x="281" y="303"/>
                  </a:lnTo>
                  <a:lnTo>
                    <a:pt x="283" y="304"/>
                  </a:lnTo>
                  <a:lnTo>
                    <a:pt x="286" y="306"/>
                  </a:lnTo>
                  <a:lnTo>
                    <a:pt x="289" y="306"/>
                  </a:lnTo>
                  <a:lnTo>
                    <a:pt x="292" y="307"/>
                  </a:lnTo>
                  <a:lnTo>
                    <a:pt x="294" y="306"/>
                  </a:lnTo>
                  <a:lnTo>
                    <a:pt x="297" y="306"/>
                  </a:lnTo>
                  <a:lnTo>
                    <a:pt x="300" y="304"/>
                  </a:lnTo>
                  <a:lnTo>
                    <a:pt x="303" y="303"/>
                  </a:lnTo>
                  <a:lnTo>
                    <a:pt x="317" y="288"/>
                  </a:lnTo>
                  <a:lnTo>
                    <a:pt x="330" y="272"/>
                  </a:lnTo>
                  <a:lnTo>
                    <a:pt x="341" y="256"/>
                  </a:lnTo>
                  <a:lnTo>
                    <a:pt x="353" y="240"/>
                  </a:lnTo>
                  <a:lnTo>
                    <a:pt x="364" y="223"/>
                  </a:lnTo>
                  <a:lnTo>
                    <a:pt x="374" y="206"/>
                  </a:lnTo>
                  <a:lnTo>
                    <a:pt x="382" y="189"/>
                  </a:lnTo>
                  <a:lnTo>
                    <a:pt x="391" y="171"/>
                  </a:lnTo>
                  <a:lnTo>
                    <a:pt x="398" y="152"/>
                  </a:lnTo>
                  <a:lnTo>
                    <a:pt x="404" y="133"/>
                  </a:lnTo>
                  <a:lnTo>
                    <a:pt x="409" y="114"/>
                  </a:lnTo>
                  <a:lnTo>
                    <a:pt x="413" y="94"/>
                  </a:lnTo>
                  <a:lnTo>
                    <a:pt x="416" y="75"/>
                  </a:lnTo>
                  <a:lnTo>
                    <a:pt x="420" y="55"/>
                  </a:lnTo>
                  <a:lnTo>
                    <a:pt x="421" y="35"/>
                  </a:lnTo>
                  <a:lnTo>
                    <a:pt x="422" y="15"/>
                  </a:lnTo>
                  <a:lnTo>
                    <a:pt x="421" y="12"/>
                  </a:lnTo>
                  <a:lnTo>
                    <a:pt x="420" y="9"/>
                  </a:lnTo>
                  <a:lnTo>
                    <a:pt x="419" y="6"/>
                  </a:lnTo>
                  <a:lnTo>
                    <a:pt x="416" y="4"/>
                  </a:lnTo>
                  <a:lnTo>
                    <a:pt x="414" y="2"/>
                  </a:lnTo>
                  <a:lnTo>
                    <a:pt x="412" y="1"/>
                  </a:lnTo>
                  <a:lnTo>
                    <a:pt x="409" y="0"/>
                  </a:lnTo>
                  <a:lnTo>
                    <a:pt x="407" y="0"/>
                  </a:ln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grpSp>
      <p:sp>
        <p:nvSpPr>
          <p:cNvPr id="104" name="Freeform 4404">
            <a:extLst>
              <a:ext uri="{FF2B5EF4-FFF2-40B4-BE49-F238E27FC236}">
                <a16:creationId xmlns:a16="http://schemas.microsoft.com/office/drawing/2014/main" id="{DF91D015-C26B-4016-9D8E-A4F27E7BBD97}"/>
              </a:ext>
            </a:extLst>
          </p:cNvPr>
          <p:cNvSpPr>
            <a:spLocks noEditPoints="1"/>
          </p:cNvSpPr>
          <p:nvPr/>
        </p:nvSpPr>
        <p:spPr bwMode="auto">
          <a:xfrm>
            <a:off x="7310461" y="5351652"/>
            <a:ext cx="156245" cy="213495"/>
          </a:xfrm>
          <a:custGeom>
            <a:avLst/>
            <a:gdLst>
              <a:gd name="T0" fmla="*/ 337 w 658"/>
              <a:gd name="T1" fmla="*/ 615 h 896"/>
              <a:gd name="T2" fmla="*/ 327 w 658"/>
              <a:gd name="T3" fmla="*/ 613 h 896"/>
              <a:gd name="T4" fmla="*/ 219 w 658"/>
              <a:gd name="T5" fmla="*/ 717 h 896"/>
              <a:gd name="T6" fmla="*/ 106 w 658"/>
              <a:gd name="T7" fmla="*/ 664 h 896"/>
              <a:gd name="T8" fmla="*/ 115 w 658"/>
              <a:gd name="T9" fmla="*/ 619 h 896"/>
              <a:gd name="T10" fmla="*/ 143 w 658"/>
              <a:gd name="T11" fmla="*/ 562 h 896"/>
              <a:gd name="T12" fmla="*/ 203 w 658"/>
              <a:gd name="T13" fmla="*/ 501 h 896"/>
              <a:gd name="T14" fmla="*/ 261 w 658"/>
              <a:gd name="T15" fmla="*/ 473 h 896"/>
              <a:gd name="T16" fmla="*/ 306 w 658"/>
              <a:gd name="T17" fmla="*/ 464 h 896"/>
              <a:gd name="T18" fmla="*/ 352 w 658"/>
              <a:gd name="T19" fmla="*/ 464 h 896"/>
              <a:gd name="T20" fmla="*/ 397 w 658"/>
              <a:gd name="T21" fmla="*/ 473 h 896"/>
              <a:gd name="T22" fmla="*/ 438 w 658"/>
              <a:gd name="T23" fmla="*/ 489 h 896"/>
              <a:gd name="T24" fmla="*/ 489 w 658"/>
              <a:gd name="T25" fmla="*/ 527 h 896"/>
              <a:gd name="T26" fmla="*/ 536 w 658"/>
              <a:gd name="T27" fmla="*/ 599 h 896"/>
              <a:gd name="T28" fmla="*/ 549 w 658"/>
              <a:gd name="T29" fmla="*/ 641 h 896"/>
              <a:gd name="T30" fmla="*/ 554 w 658"/>
              <a:gd name="T31" fmla="*/ 687 h 896"/>
              <a:gd name="T32" fmla="*/ 127 w 658"/>
              <a:gd name="T33" fmla="*/ 308 h 896"/>
              <a:gd name="T34" fmla="*/ 109 w 658"/>
              <a:gd name="T35" fmla="*/ 253 h 896"/>
              <a:gd name="T36" fmla="*/ 105 w 658"/>
              <a:gd name="T37" fmla="*/ 29 h 896"/>
              <a:gd name="T38" fmla="*/ 551 w 658"/>
              <a:gd name="T39" fmla="*/ 238 h 896"/>
              <a:gd name="T40" fmla="*/ 537 w 658"/>
              <a:gd name="T41" fmla="*/ 295 h 896"/>
              <a:gd name="T42" fmla="*/ 643 w 658"/>
              <a:gd name="T43" fmla="*/ 866 h 896"/>
              <a:gd name="T44" fmla="*/ 582 w 658"/>
              <a:gd name="T45" fmla="*/ 666 h 896"/>
              <a:gd name="T46" fmla="*/ 564 w 658"/>
              <a:gd name="T47" fmla="*/ 588 h 896"/>
              <a:gd name="T48" fmla="*/ 526 w 658"/>
              <a:gd name="T49" fmla="*/ 523 h 896"/>
              <a:gd name="T50" fmla="*/ 469 w 658"/>
              <a:gd name="T51" fmla="*/ 473 h 896"/>
              <a:gd name="T52" fmla="*/ 436 w 658"/>
              <a:gd name="T53" fmla="*/ 441 h 896"/>
              <a:gd name="T54" fmla="*/ 504 w 658"/>
              <a:gd name="T55" fmla="*/ 395 h 896"/>
              <a:gd name="T56" fmla="*/ 554 w 658"/>
              <a:gd name="T57" fmla="*/ 333 h 896"/>
              <a:gd name="T58" fmla="*/ 578 w 658"/>
              <a:gd name="T59" fmla="*/ 264 h 896"/>
              <a:gd name="T60" fmla="*/ 584 w 658"/>
              <a:gd name="T61" fmla="*/ 29 h 896"/>
              <a:gd name="T62" fmla="*/ 652 w 658"/>
              <a:gd name="T63" fmla="*/ 27 h 896"/>
              <a:gd name="T64" fmla="*/ 658 w 658"/>
              <a:gd name="T65" fmla="*/ 17 h 896"/>
              <a:gd name="T66" fmla="*/ 655 w 658"/>
              <a:gd name="T67" fmla="*/ 6 h 896"/>
              <a:gd name="T68" fmla="*/ 647 w 658"/>
              <a:gd name="T69" fmla="*/ 0 h 896"/>
              <a:gd name="T70" fmla="*/ 15 w 658"/>
              <a:gd name="T71" fmla="*/ 0 h 896"/>
              <a:gd name="T72" fmla="*/ 5 w 658"/>
              <a:gd name="T73" fmla="*/ 4 h 896"/>
              <a:gd name="T74" fmla="*/ 0 w 658"/>
              <a:gd name="T75" fmla="*/ 14 h 896"/>
              <a:gd name="T76" fmla="*/ 5 w 658"/>
              <a:gd name="T77" fmla="*/ 26 h 896"/>
              <a:gd name="T78" fmla="*/ 15 w 658"/>
              <a:gd name="T79" fmla="*/ 29 h 896"/>
              <a:gd name="T80" fmla="*/ 77 w 658"/>
              <a:gd name="T81" fmla="*/ 245 h 896"/>
              <a:gd name="T82" fmla="*/ 96 w 658"/>
              <a:gd name="T83" fmla="*/ 312 h 896"/>
              <a:gd name="T84" fmla="*/ 137 w 658"/>
              <a:gd name="T85" fmla="*/ 378 h 896"/>
              <a:gd name="T86" fmla="*/ 204 w 658"/>
              <a:gd name="T87" fmla="*/ 431 h 896"/>
              <a:gd name="T88" fmla="*/ 207 w 658"/>
              <a:gd name="T89" fmla="*/ 464 h 896"/>
              <a:gd name="T90" fmla="*/ 146 w 658"/>
              <a:gd name="T91" fmla="*/ 510 h 896"/>
              <a:gd name="T92" fmla="*/ 102 w 658"/>
              <a:gd name="T93" fmla="*/ 572 h 896"/>
              <a:gd name="T94" fmla="*/ 78 w 658"/>
              <a:gd name="T95" fmla="*/ 647 h 896"/>
              <a:gd name="T96" fmla="*/ 75 w 658"/>
              <a:gd name="T97" fmla="*/ 866 h 896"/>
              <a:gd name="T98" fmla="*/ 7 w 658"/>
              <a:gd name="T99" fmla="*/ 870 h 896"/>
              <a:gd name="T100" fmla="*/ 0 w 658"/>
              <a:gd name="T101" fmla="*/ 879 h 896"/>
              <a:gd name="T102" fmla="*/ 2 w 658"/>
              <a:gd name="T103" fmla="*/ 890 h 896"/>
              <a:gd name="T104" fmla="*/ 12 w 658"/>
              <a:gd name="T105" fmla="*/ 896 h 896"/>
              <a:gd name="T106" fmla="*/ 643 w 658"/>
              <a:gd name="T107" fmla="*/ 896 h 896"/>
              <a:gd name="T108" fmla="*/ 654 w 658"/>
              <a:gd name="T109" fmla="*/ 892 h 896"/>
              <a:gd name="T110" fmla="*/ 658 w 658"/>
              <a:gd name="T111" fmla="*/ 881 h 896"/>
              <a:gd name="T112" fmla="*/ 654 w 658"/>
              <a:gd name="T113" fmla="*/ 872 h 896"/>
              <a:gd name="T114" fmla="*/ 643 w 658"/>
              <a:gd name="T115" fmla="*/ 866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58" h="896">
                <a:moveTo>
                  <a:pt x="554" y="717"/>
                </a:moveTo>
                <a:lnTo>
                  <a:pt x="440" y="717"/>
                </a:lnTo>
                <a:lnTo>
                  <a:pt x="340" y="617"/>
                </a:lnTo>
                <a:lnTo>
                  <a:pt x="337" y="615"/>
                </a:lnTo>
                <a:lnTo>
                  <a:pt x="335" y="614"/>
                </a:lnTo>
                <a:lnTo>
                  <a:pt x="332" y="613"/>
                </a:lnTo>
                <a:lnTo>
                  <a:pt x="329" y="613"/>
                </a:lnTo>
                <a:lnTo>
                  <a:pt x="327" y="613"/>
                </a:lnTo>
                <a:lnTo>
                  <a:pt x="323" y="614"/>
                </a:lnTo>
                <a:lnTo>
                  <a:pt x="321" y="615"/>
                </a:lnTo>
                <a:lnTo>
                  <a:pt x="318" y="617"/>
                </a:lnTo>
                <a:lnTo>
                  <a:pt x="219" y="717"/>
                </a:lnTo>
                <a:lnTo>
                  <a:pt x="105" y="717"/>
                </a:lnTo>
                <a:lnTo>
                  <a:pt x="105" y="687"/>
                </a:lnTo>
                <a:lnTo>
                  <a:pt x="105" y="676"/>
                </a:lnTo>
                <a:lnTo>
                  <a:pt x="106" y="664"/>
                </a:lnTo>
                <a:lnTo>
                  <a:pt x="107" y="652"/>
                </a:lnTo>
                <a:lnTo>
                  <a:pt x="109" y="642"/>
                </a:lnTo>
                <a:lnTo>
                  <a:pt x="112" y="630"/>
                </a:lnTo>
                <a:lnTo>
                  <a:pt x="115" y="619"/>
                </a:lnTo>
                <a:lnTo>
                  <a:pt x="118" y="610"/>
                </a:lnTo>
                <a:lnTo>
                  <a:pt x="122" y="599"/>
                </a:lnTo>
                <a:lnTo>
                  <a:pt x="132" y="580"/>
                </a:lnTo>
                <a:lnTo>
                  <a:pt x="143" y="562"/>
                </a:lnTo>
                <a:lnTo>
                  <a:pt x="156" y="543"/>
                </a:lnTo>
                <a:lnTo>
                  <a:pt x="169" y="528"/>
                </a:lnTo>
                <a:lnTo>
                  <a:pt x="185" y="513"/>
                </a:lnTo>
                <a:lnTo>
                  <a:pt x="203" y="501"/>
                </a:lnTo>
                <a:lnTo>
                  <a:pt x="222" y="490"/>
                </a:lnTo>
                <a:lnTo>
                  <a:pt x="241" y="480"/>
                </a:lnTo>
                <a:lnTo>
                  <a:pt x="252" y="476"/>
                </a:lnTo>
                <a:lnTo>
                  <a:pt x="261" y="473"/>
                </a:lnTo>
                <a:lnTo>
                  <a:pt x="272" y="470"/>
                </a:lnTo>
                <a:lnTo>
                  <a:pt x="284" y="467"/>
                </a:lnTo>
                <a:lnTo>
                  <a:pt x="295" y="465"/>
                </a:lnTo>
                <a:lnTo>
                  <a:pt x="306" y="464"/>
                </a:lnTo>
                <a:lnTo>
                  <a:pt x="317" y="463"/>
                </a:lnTo>
                <a:lnTo>
                  <a:pt x="329" y="463"/>
                </a:lnTo>
                <a:lnTo>
                  <a:pt x="341" y="463"/>
                </a:lnTo>
                <a:lnTo>
                  <a:pt x="352" y="464"/>
                </a:lnTo>
                <a:lnTo>
                  <a:pt x="364" y="465"/>
                </a:lnTo>
                <a:lnTo>
                  <a:pt x="376" y="467"/>
                </a:lnTo>
                <a:lnTo>
                  <a:pt x="387" y="470"/>
                </a:lnTo>
                <a:lnTo>
                  <a:pt x="397" y="473"/>
                </a:lnTo>
                <a:lnTo>
                  <a:pt x="408" y="476"/>
                </a:lnTo>
                <a:lnTo>
                  <a:pt x="418" y="480"/>
                </a:lnTo>
                <a:lnTo>
                  <a:pt x="428" y="485"/>
                </a:lnTo>
                <a:lnTo>
                  <a:pt x="438" y="489"/>
                </a:lnTo>
                <a:lnTo>
                  <a:pt x="447" y="494"/>
                </a:lnTo>
                <a:lnTo>
                  <a:pt x="456" y="501"/>
                </a:lnTo>
                <a:lnTo>
                  <a:pt x="473" y="513"/>
                </a:lnTo>
                <a:lnTo>
                  <a:pt x="489" y="527"/>
                </a:lnTo>
                <a:lnTo>
                  <a:pt x="503" y="543"/>
                </a:lnTo>
                <a:lnTo>
                  <a:pt x="516" y="560"/>
                </a:lnTo>
                <a:lnTo>
                  <a:pt x="527" y="579"/>
                </a:lnTo>
                <a:lnTo>
                  <a:pt x="536" y="599"/>
                </a:lnTo>
                <a:lnTo>
                  <a:pt x="540" y="609"/>
                </a:lnTo>
                <a:lnTo>
                  <a:pt x="544" y="619"/>
                </a:lnTo>
                <a:lnTo>
                  <a:pt x="546" y="630"/>
                </a:lnTo>
                <a:lnTo>
                  <a:pt x="549" y="641"/>
                </a:lnTo>
                <a:lnTo>
                  <a:pt x="551" y="652"/>
                </a:lnTo>
                <a:lnTo>
                  <a:pt x="552" y="664"/>
                </a:lnTo>
                <a:lnTo>
                  <a:pt x="554" y="675"/>
                </a:lnTo>
                <a:lnTo>
                  <a:pt x="554" y="687"/>
                </a:lnTo>
                <a:lnTo>
                  <a:pt x="554" y="717"/>
                </a:lnTo>
                <a:close/>
                <a:moveTo>
                  <a:pt x="135" y="321"/>
                </a:moveTo>
                <a:lnTo>
                  <a:pt x="133" y="321"/>
                </a:lnTo>
                <a:lnTo>
                  <a:pt x="127" y="308"/>
                </a:lnTo>
                <a:lnTo>
                  <a:pt x="121" y="295"/>
                </a:lnTo>
                <a:lnTo>
                  <a:pt x="116" y="281"/>
                </a:lnTo>
                <a:lnTo>
                  <a:pt x="113" y="267"/>
                </a:lnTo>
                <a:lnTo>
                  <a:pt x="109" y="253"/>
                </a:lnTo>
                <a:lnTo>
                  <a:pt x="106" y="238"/>
                </a:lnTo>
                <a:lnTo>
                  <a:pt x="105" y="223"/>
                </a:lnTo>
                <a:lnTo>
                  <a:pt x="105" y="208"/>
                </a:lnTo>
                <a:lnTo>
                  <a:pt x="105" y="29"/>
                </a:lnTo>
                <a:lnTo>
                  <a:pt x="554" y="29"/>
                </a:lnTo>
                <a:lnTo>
                  <a:pt x="554" y="208"/>
                </a:lnTo>
                <a:lnTo>
                  <a:pt x="554" y="223"/>
                </a:lnTo>
                <a:lnTo>
                  <a:pt x="551" y="238"/>
                </a:lnTo>
                <a:lnTo>
                  <a:pt x="549" y="253"/>
                </a:lnTo>
                <a:lnTo>
                  <a:pt x="546" y="267"/>
                </a:lnTo>
                <a:lnTo>
                  <a:pt x="542" y="281"/>
                </a:lnTo>
                <a:lnTo>
                  <a:pt x="537" y="295"/>
                </a:lnTo>
                <a:lnTo>
                  <a:pt x="531" y="308"/>
                </a:lnTo>
                <a:lnTo>
                  <a:pt x="525" y="321"/>
                </a:lnTo>
                <a:lnTo>
                  <a:pt x="135" y="321"/>
                </a:lnTo>
                <a:close/>
                <a:moveTo>
                  <a:pt x="643" y="866"/>
                </a:moveTo>
                <a:lnTo>
                  <a:pt x="584" y="866"/>
                </a:lnTo>
                <a:lnTo>
                  <a:pt x="584" y="732"/>
                </a:lnTo>
                <a:lnTo>
                  <a:pt x="584" y="687"/>
                </a:lnTo>
                <a:lnTo>
                  <a:pt x="582" y="666"/>
                </a:lnTo>
                <a:lnTo>
                  <a:pt x="580" y="646"/>
                </a:lnTo>
                <a:lnTo>
                  <a:pt x="576" y="626"/>
                </a:lnTo>
                <a:lnTo>
                  <a:pt x="571" y="606"/>
                </a:lnTo>
                <a:lnTo>
                  <a:pt x="564" y="588"/>
                </a:lnTo>
                <a:lnTo>
                  <a:pt x="557" y="570"/>
                </a:lnTo>
                <a:lnTo>
                  <a:pt x="547" y="554"/>
                </a:lnTo>
                <a:lnTo>
                  <a:pt x="537" y="538"/>
                </a:lnTo>
                <a:lnTo>
                  <a:pt x="526" y="523"/>
                </a:lnTo>
                <a:lnTo>
                  <a:pt x="513" y="509"/>
                </a:lnTo>
                <a:lnTo>
                  <a:pt x="499" y="496"/>
                </a:lnTo>
                <a:lnTo>
                  <a:pt x="485" y="483"/>
                </a:lnTo>
                <a:lnTo>
                  <a:pt x="469" y="473"/>
                </a:lnTo>
                <a:lnTo>
                  <a:pt x="453" y="463"/>
                </a:lnTo>
                <a:lnTo>
                  <a:pt x="435" y="455"/>
                </a:lnTo>
                <a:lnTo>
                  <a:pt x="417" y="448"/>
                </a:lnTo>
                <a:lnTo>
                  <a:pt x="436" y="441"/>
                </a:lnTo>
                <a:lnTo>
                  <a:pt x="455" y="431"/>
                </a:lnTo>
                <a:lnTo>
                  <a:pt x="472" y="420"/>
                </a:lnTo>
                <a:lnTo>
                  <a:pt x="489" y="409"/>
                </a:lnTo>
                <a:lnTo>
                  <a:pt x="504" y="395"/>
                </a:lnTo>
                <a:lnTo>
                  <a:pt x="519" y="381"/>
                </a:lnTo>
                <a:lnTo>
                  <a:pt x="532" y="365"/>
                </a:lnTo>
                <a:lnTo>
                  <a:pt x="544" y="348"/>
                </a:lnTo>
                <a:lnTo>
                  <a:pt x="554" y="333"/>
                </a:lnTo>
                <a:lnTo>
                  <a:pt x="561" y="317"/>
                </a:lnTo>
                <a:lnTo>
                  <a:pt x="567" y="299"/>
                </a:lnTo>
                <a:lnTo>
                  <a:pt x="573" y="282"/>
                </a:lnTo>
                <a:lnTo>
                  <a:pt x="578" y="264"/>
                </a:lnTo>
                <a:lnTo>
                  <a:pt x="580" y="246"/>
                </a:lnTo>
                <a:lnTo>
                  <a:pt x="582" y="228"/>
                </a:lnTo>
                <a:lnTo>
                  <a:pt x="584" y="208"/>
                </a:lnTo>
                <a:lnTo>
                  <a:pt x="584" y="29"/>
                </a:lnTo>
                <a:lnTo>
                  <a:pt x="643" y="29"/>
                </a:lnTo>
                <a:lnTo>
                  <a:pt x="647" y="29"/>
                </a:lnTo>
                <a:lnTo>
                  <a:pt x="649" y="28"/>
                </a:lnTo>
                <a:lnTo>
                  <a:pt x="652" y="27"/>
                </a:lnTo>
                <a:lnTo>
                  <a:pt x="654" y="26"/>
                </a:lnTo>
                <a:lnTo>
                  <a:pt x="655" y="23"/>
                </a:lnTo>
                <a:lnTo>
                  <a:pt x="657" y="20"/>
                </a:lnTo>
                <a:lnTo>
                  <a:pt x="658" y="17"/>
                </a:lnTo>
                <a:lnTo>
                  <a:pt x="658" y="14"/>
                </a:lnTo>
                <a:lnTo>
                  <a:pt x="658" y="12"/>
                </a:lnTo>
                <a:lnTo>
                  <a:pt x="657" y="8"/>
                </a:lnTo>
                <a:lnTo>
                  <a:pt x="655" y="6"/>
                </a:lnTo>
                <a:lnTo>
                  <a:pt x="654" y="4"/>
                </a:lnTo>
                <a:lnTo>
                  <a:pt x="652" y="2"/>
                </a:lnTo>
                <a:lnTo>
                  <a:pt x="649" y="1"/>
                </a:lnTo>
                <a:lnTo>
                  <a:pt x="647" y="0"/>
                </a:lnTo>
                <a:lnTo>
                  <a:pt x="643" y="0"/>
                </a:lnTo>
                <a:lnTo>
                  <a:pt x="569" y="0"/>
                </a:lnTo>
                <a:lnTo>
                  <a:pt x="90" y="0"/>
                </a:lnTo>
                <a:lnTo>
                  <a:pt x="15" y="0"/>
                </a:lnTo>
                <a:lnTo>
                  <a:pt x="12" y="0"/>
                </a:lnTo>
                <a:lnTo>
                  <a:pt x="9" y="1"/>
                </a:lnTo>
                <a:lnTo>
                  <a:pt x="7" y="2"/>
                </a:lnTo>
                <a:lnTo>
                  <a:pt x="5" y="4"/>
                </a:lnTo>
                <a:lnTo>
                  <a:pt x="2" y="6"/>
                </a:lnTo>
                <a:lnTo>
                  <a:pt x="1" y="8"/>
                </a:lnTo>
                <a:lnTo>
                  <a:pt x="0" y="12"/>
                </a:lnTo>
                <a:lnTo>
                  <a:pt x="0" y="14"/>
                </a:lnTo>
                <a:lnTo>
                  <a:pt x="0" y="17"/>
                </a:lnTo>
                <a:lnTo>
                  <a:pt x="1" y="20"/>
                </a:lnTo>
                <a:lnTo>
                  <a:pt x="2" y="23"/>
                </a:lnTo>
                <a:lnTo>
                  <a:pt x="5" y="26"/>
                </a:lnTo>
                <a:lnTo>
                  <a:pt x="7" y="27"/>
                </a:lnTo>
                <a:lnTo>
                  <a:pt x="9" y="28"/>
                </a:lnTo>
                <a:lnTo>
                  <a:pt x="12" y="29"/>
                </a:lnTo>
                <a:lnTo>
                  <a:pt x="15" y="29"/>
                </a:lnTo>
                <a:lnTo>
                  <a:pt x="75" y="29"/>
                </a:lnTo>
                <a:lnTo>
                  <a:pt x="75" y="208"/>
                </a:lnTo>
                <a:lnTo>
                  <a:pt x="75" y="227"/>
                </a:lnTo>
                <a:lnTo>
                  <a:pt x="77" y="245"/>
                </a:lnTo>
                <a:lnTo>
                  <a:pt x="81" y="263"/>
                </a:lnTo>
                <a:lnTo>
                  <a:pt x="85" y="280"/>
                </a:lnTo>
                <a:lnTo>
                  <a:pt x="89" y="296"/>
                </a:lnTo>
                <a:lnTo>
                  <a:pt x="96" y="312"/>
                </a:lnTo>
                <a:lnTo>
                  <a:pt x="103" y="328"/>
                </a:lnTo>
                <a:lnTo>
                  <a:pt x="112" y="343"/>
                </a:lnTo>
                <a:lnTo>
                  <a:pt x="124" y="361"/>
                </a:lnTo>
                <a:lnTo>
                  <a:pt x="137" y="378"/>
                </a:lnTo>
                <a:lnTo>
                  <a:pt x="152" y="394"/>
                </a:lnTo>
                <a:lnTo>
                  <a:pt x="168" y="407"/>
                </a:lnTo>
                <a:lnTo>
                  <a:pt x="185" y="420"/>
                </a:lnTo>
                <a:lnTo>
                  <a:pt x="204" y="431"/>
                </a:lnTo>
                <a:lnTo>
                  <a:pt x="222" y="441"/>
                </a:lnTo>
                <a:lnTo>
                  <a:pt x="242" y="448"/>
                </a:lnTo>
                <a:lnTo>
                  <a:pt x="224" y="456"/>
                </a:lnTo>
                <a:lnTo>
                  <a:pt x="207" y="464"/>
                </a:lnTo>
                <a:lnTo>
                  <a:pt x="190" y="474"/>
                </a:lnTo>
                <a:lnTo>
                  <a:pt x="175" y="485"/>
                </a:lnTo>
                <a:lnTo>
                  <a:pt x="160" y="497"/>
                </a:lnTo>
                <a:lnTo>
                  <a:pt x="146" y="510"/>
                </a:lnTo>
                <a:lnTo>
                  <a:pt x="133" y="524"/>
                </a:lnTo>
                <a:lnTo>
                  <a:pt x="121" y="539"/>
                </a:lnTo>
                <a:lnTo>
                  <a:pt x="112" y="555"/>
                </a:lnTo>
                <a:lnTo>
                  <a:pt x="102" y="572"/>
                </a:lnTo>
                <a:lnTo>
                  <a:pt x="93" y="589"/>
                </a:lnTo>
                <a:lnTo>
                  <a:pt x="87" y="609"/>
                </a:lnTo>
                <a:lnTo>
                  <a:pt x="82" y="627"/>
                </a:lnTo>
                <a:lnTo>
                  <a:pt x="78" y="647"/>
                </a:lnTo>
                <a:lnTo>
                  <a:pt x="76" y="666"/>
                </a:lnTo>
                <a:lnTo>
                  <a:pt x="75" y="687"/>
                </a:lnTo>
                <a:lnTo>
                  <a:pt x="75" y="732"/>
                </a:lnTo>
                <a:lnTo>
                  <a:pt x="75" y="866"/>
                </a:lnTo>
                <a:lnTo>
                  <a:pt x="15" y="866"/>
                </a:lnTo>
                <a:lnTo>
                  <a:pt x="12" y="866"/>
                </a:lnTo>
                <a:lnTo>
                  <a:pt x="9" y="868"/>
                </a:lnTo>
                <a:lnTo>
                  <a:pt x="7" y="870"/>
                </a:lnTo>
                <a:lnTo>
                  <a:pt x="5" y="872"/>
                </a:lnTo>
                <a:lnTo>
                  <a:pt x="2" y="874"/>
                </a:lnTo>
                <a:lnTo>
                  <a:pt x="1" y="876"/>
                </a:lnTo>
                <a:lnTo>
                  <a:pt x="0" y="879"/>
                </a:lnTo>
                <a:lnTo>
                  <a:pt x="0" y="881"/>
                </a:lnTo>
                <a:lnTo>
                  <a:pt x="0" y="885"/>
                </a:lnTo>
                <a:lnTo>
                  <a:pt x="1" y="888"/>
                </a:lnTo>
                <a:lnTo>
                  <a:pt x="2" y="890"/>
                </a:lnTo>
                <a:lnTo>
                  <a:pt x="5" y="892"/>
                </a:lnTo>
                <a:lnTo>
                  <a:pt x="7" y="894"/>
                </a:lnTo>
                <a:lnTo>
                  <a:pt x="9" y="895"/>
                </a:lnTo>
                <a:lnTo>
                  <a:pt x="12" y="896"/>
                </a:lnTo>
                <a:lnTo>
                  <a:pt x="15" y="896"/>
                </a:lnTo>
                <a:lnTo>
                  <a:pt x="90" y="896"/>
                </a:lnTo>
                <a:lnTo>
                  <a:pt x="569" y="896"/>
                </a:lnTo>
                <a:lnTo>
                  <a:pt x="643" y="896"/>
                </a:lnTo>
                <a:lnTo>
                  <a:pt x="647" y="896"/>
                </a:lnTo>
                <a:lnTo>
                  <a:pt x="649" y="895"/>
                </a:lnTo>
                <a:lnTo>
                  <a:pt x="652" y="894"/>
                </a:lnTo>
                <a:lnTo>
                  <a:pt x="654" y="892"/>
                </a:lnTo>
                <a:lnTo>
                  <a:pt x="655" y="890"/>
                </a:lnTo>
                <a:lnTo>
                  <a:pt x="657" y="888"/>
                </a:lnTo>
                <a:lnTo>
                  <a:pt x="658" y="885"/>
                </a:lnTo>
                <a:lnTo>
                  <a:pt x="658" y="881"/>
                </a:lnTo>
                <a:lnTo>
                  <a:pt x="658" y="879"/>
                </a:lnTo>
                <a:lnTo>
                  <a:pt x="657" y="876"/>
                </a:lnTo>
                <a:lnTo>
                  <a:pt x="655" y="874"/>
                </a:lnTo>
                <a:lnTo>
                  <a:pt x="654" y="872"/>
                </a:lnTo>
                <a:lnTo>
                  <a:pt x="652" y="870"/>
                </a:lnTo>
                <a:lnTo>
                  <a:pt x="649" y="868"/>
                </a:lnTo>
                <a:lnTo>
                  <a:pt x="647" y="866"/>
                </a:lnTo>
                <a:lnTo>
                  <a:pt x="643" y="866"/>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lt1"/>
              </a:solidFill>
            </a:endParaRPr>
          </a:p>
        </p:txBody>
      </p:sp>
      <p:sp>
        <p:nvSpPr>
          <p:cNvPr id="75" name="Rectangle: Rounded Corners 74">
            <a:extLst>
              <a:ext uri="{FF2B5EF4-FFF2-40B4-BE49-F238E27FC236}">
                <a16:creationId xmlns:a16="http://schemas.microsoft.com/office/drawing/2014/main" id="{527B1B3A-4567-4AE9-A7C9-FA9D5A1F3929}"/>
              </a:ext>
            </a:extLst>
          </p:cNvPr>
          <p:cNvSpPr/>
          <p:nvPr/>
        </p:nvSpPr>
        <p:spPr>
          <a:xfrm>
            <a:off x="235185" y="211374"/>
            <a:ext cx="5414135" cy="492443"/>
          </a:xfrm>
          <a:prstGeom prst="roundRect">
            <a:avLst>
              <a:gd name="adj" fmla="val 50000"/>
            </a:avLst>
          </a:prstGeom>
          <a:solidFill>
            <a:srgbClr val="CE29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  Year Wise Projects </a:t>
            </a:r>
            <a:r>
              <a:rPr lang="en-IN" sz="1600" dirty="0"/>
              <a:t>✅ </a:t>
            </a:r>
            <a:r>
              <a:rPr lang="en-US" sz="1600" b="1" dirty="0"/>
              <a:t>Success Rate % in Percenatage</a:t>
            </a:r>
          </a:p>
        </p:txBody>
      </p:sp>
      <p:sp>
        <p:nvSpPr>
          <p:cNvPr id="122" name="Oval 121">
            <a:extLst>
              <a:ext uri="{FF2B5EF4-FFF2-40B4-BE49-F238E27FC236}">
                <a16:creationId xmlns:a16="http://schemas.microsoft.com/office/drawing/2014/main" id="{922831E1-31DF-4125-9BCB-8937CAE543E1}"/>
              </a:ext>
            </a:extLst>
          </p:cNvPr>
          <p:cNvSpPr/>
          <p:nvPr/>
        </p:nvSpPr>
        <p:spPr>
          <a:xfrm>
            <a:off x="297180" y="261340"/>
            <a:ext cx="385764" cy="3761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3" name="Group 122">
            <a:extLst>
              <a:ext uri="{FF2B5EF4-FFF2-40B4-BE49-F238E27FC236}">
                <a16:creationId xmlns:a16="http://schemas.microsoft.com/office/drawing/2014/main" id="{08F666DF-6069-4309-98CB-67441794E384}"/>
              </a:ext>
            </a:extLst>
          </p:cNvPr>
          <p:cNvGrpSpPr/>
          <p:nvPr/>
        </p:nvGrpSpPr>
        <p:grpSpPr>
          <a:xfrm>
            <a:off x="391934" y="313197"/>
            <a:ext cx="196255" cy="196255"/>
            <a:chOff x="4319588" y="2492375"/>
            <a:chExt cx="287338" cy="287338"/>
          </a:xfrm>
          <a:solidFill>
            <a:srgbClr val="CE295E"/>
          </a:solidFill>
        </p:grpSpPr>
        <p:sp>
          <p:nvSpPr>
            <p:cNvPr id="124" name="Freeform 372">
              <a:extLst>
                <a:ext uri="{FF2B5EF4-FFF2-40B4-BE49-F238E27FC236}">
                  <a16:creationId xmlns:a16="http://schemas.microsoft.com/office/drawing/2014/main" id="{CC6C2715-550E-40A0-AB0F-10386CBA9367}"/>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73">
              <a:extLst>
                <a:ext uri="{FF2B5EF4-FFF2-40B4-BE49-F238E27FC236}">
                  <a16:creationId xmlns:a16="http://schemas.microsoft.com/office/drawing/2014/main" id="{F7218EF6-60ED-4D4C-9831-CF6B6BB7D9A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7" name="Picture 6">
            <a:extLst>
              <a:ext uri="{FF2B5EF4-FFF2-40B4-BE49-F238E27FC236}">
                <a16:creationId xmlns:a16="http://schemas.microsoft.com/office/drawing/2014/main" id="{1E7CD976-21BA-C2AF-78B4-2619491D9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800871"/>
            <a:ext cx="5274905" cy="220616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8" name="Rectangle: Rounded Corners 7">
            <a:extLst>
              <a:ext uri="{FF2B5EF4-FFF2-40B4-BE49-F238E27FC236}">
                <a16:creationId xmlns:a16="http://schemas.microsoft.com/office/drawing/2014/main" id="{0029CD87-AD7B-842C-606C-50D63F25AB41}"/>
              </a:ext>
            </a:extLst>
          </p:cNvPr>
          <p:cNvSpPr/>
          <p:nvPr/>
        </p:nvSpPr>
        <p:spPr>
          <a:xfrm>
            <a:off x="304800" y="3390720"/>
            <a:ext cx="5572956" cy="492443"/>
          </a:xfrm>
          <a:prstGeom prst="roundRect">
            <a:avLst>
              <a:gd name="adj" fmla="val 50000"/>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 </a:t>
            </a:r>
            <a:r>
              <a:rPr lang="en-US" sz="1600" b="1" dirty="0"/>
              <a:t>Top 10 Categories With Have Highest</a:t>
            </a:r>
            <a:r>
              <a:rPr lang="en-IN" sz="1600" dirty="0"/>
              <a:t>✅</a:t>
            </a:r>
            <a:r>
              <a:rPr lang="en-US" sz="1600" b="1" dirty="0"/>
              <a:t> Success Rate %</a:t>
            </a:r>
          </a:p>
        </p:txBody>
      </p:sp>
      <p:pic>
        <p:nvPicPr>
          <p:cNvPr id="10" name="Picture 9">
            <a:extLst>
              <a:ext uri="{FF2B5EF4-FFF2-40B4-BE49-F238E27FC236}">
                <a16:creationId xmlns:a16="http://schemas.microsoft.com/office/drawing/2014/main" id="{B0B4CA63-485E-1EC3-630F-4327C07149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1" y="4046544"/>
            <a:ext cx="5553364" cy="261021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2" name="Picture 11">
            <a:extLst>
              <a:ext uri="{FF2B5EF4-FFF2-40B4-BE49-F238E27FC236}">
                <a16:creationId xmlns:a16="http://schemas.microsoft.com/office/drawing/2014/main" id="{C89161DF-B629-07CF-C463-370D8BE18D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8165" y="800871"/>
            <a:ext cx="5541026" cy="1810755"/>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5" name="Rectangle: Rounded Corners 14">
            <a:extLst>
              <a:ext uri="{FF2B5EF4-FFF2-40B4-BE49-F238E27FC236}">
                <a16:creationId xmlns:a16="http://schemas.microsoft.com/office/drawing/2014/main" id="{BA8C1D6E-2E1C-A423-D65D-B36E492BB673}"/>
              </a:ext>
            </a:extLst>
          </p:cNvPr>
          <p:cNvSpPr/>
          <p:nvPr/>
        </p:nvSpPr>
        <p:spPr>
          <a:xfrm>
            <a:off x="5769130" y="181145"/>
            <a:ext cx="5541026" cy="492443"/>
          </a:xfrm>
          <a:prstGeom prst="roundRect">
            <a:avLst>
              <a:gd name="adj" fmla="val 50000"/>
            </a:avLst>
          </a:prstGeom>
          <a:solidFill>
            <a:srgbClr val="00206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Goal Range Wise </a:t>
            </a:r>
            <a:r>
              <a:rPr lang="en-IN" sz="1400" dirty="0"/>
              <a:t>🚀 </a:t>
            </a:r>
            <a:r>
              <a:rPr lang="en-US" sz="1400" b="1" dirty="0"/>
              <a:t>Projects</a:t>
            </a:r>
            <a:r>
              <a:rPr lang="en-IN" sz="1400" dirty="0"/>
              <a:t> ✅</a:t>
            </a:r>
            <a:r>
              <a:rPr lang="en-US" sz="1400" b="1" dirty="0"/>
              <a:t> Success Rate % in Percenatage</a:t>
            </a:r>
          </a:p>
        </p:txBody>
      </p:sp>
      <p:sp>
        <p:nvSpPr>
          <p:cNvPr id="17" name="TextBox 16">
            <a:extLst>
              <a:ext uri="{FF2B5EF4-FFF2-40B4-BE49-F238E27FC236}">
                <a16:creationId xmlns:a16="http://schemas.microsoft.com/office/drawing/2014/main" id="{81675FE9-C547-ABF0-BCB5-0557D9C0DD1A}"/>
              </a:ext>
            </a:extLst>
          </p:cNvPr>
          <p:cNvSpPr txBox="1"/>
          <p:nvPr/>
        </p:nvSpPr>
        <p:spPr>
          <a:xfrm>
            <a:off x="5877756" y="2727288"/>
            <a:ext cx="5399314" cy="523220"/>
          </a:xfrm>
          <a:prstGeom prst="rect">
            <a:avLst/>
          </a:prstGeom>
          <a:noFill/>
        </p:spPr>
        <p:txBody>
          <a:bodyPr wrap="square" rtlCol="0">
            <a:spAutoFit/>
          </a:bodyPr>
          <a:lstStyle/>
          <a:p>
            <a:pPr marL="285750" indent="-285750">
              <a:buFont typeface="Wingdings" panose="05000000000000000000" pitchFamily="2" charset="2"/>
              <a:buChar char="Ø"/>
            </a:pPr>
            <a:r>
              <a:rPr lang="en-IN" sz="1400" b="1" dirty="0">
                <a:solidFill>
                  <a:schemeClr val="accent1">
                    <a:lumMod val="50000"/>
                  </a:schemeClr>
                </a:solidFill>
                <a:latin typeface="Arial Rounded MT Bold" panose="020F0704030504030204" pitchFamily="34" charset="0"/>
              </a:rPr>
              <a:t>Using </a:t>
            </a:r>
            <a:r>
              <a:rPr lang="en-IN" sz="1400" b="1" dirty="0" err="1">
                <a:solidFill>
                  <a:schemeClr val="accent1">
                    <a:lumMod val="50000"/>
                  </a:schemeClr>
                </a:solidFill>
                <a:latin typeface="Arial Rounded MT Bold" panose="020F0704030504030204" pitchFamily="34" charset="0"/>
              </a:rPr>
              <a:t>MySql</a:t>
            </a:r>
            <a:r>
              <a:rPr lang="en-IN" sz="1400" b="1" dirty="0">
                <a:solidFill>
                  <a:schemeClr val="accent1">
                    <a:lumMod val="50000"/>
                  </a:schemeClr>
                </a:solidFill>
                <a:latin typeface="Arial Rounded MT Bold" panose="020F0704030504030204" pitchFamily="34" charset="0"/>
              </a:rPr>
              <a:t> Filter, aggregations and index to get Goal Range Wise Projects Success Rate %</a:t>
            </a:r>
          </a:p>
        </p:txBody>
      </p:sp>
      <p:pic>
        <p:nvPicPr>
          <p:cNvPr id="35" name="Picture 34">
            <a:extLst>
              <a:ext uri="{FF2B5EF4-FFF2-40B4-BE49-F238E27FC236}">
                <a16:creationId xmlns:a16="http://schemas.microsoft.com/office/drawing/2014/main" id="{BB337081-ED28-2796-DB1C-B4E0245174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8177" y="4046544"/>
            <a:ext cx="3085405" cy="261021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2" name="Rectangle: Rounded Corners 1">
            <a:extLst>
              <a:ext uri="{FF2B5EF4-FFF2-40B4-BE49-F238E27FC236}">
                <a16:creationId xmlns:a16="http://schemas.microsoft.com/office/drawing/2014/main" id="{7A8D3BCF-BC21-AAB2-911D-85B693D7F4E2}"/>
              </a:ext>
            </a:extLst>
          </p:cNvPr>
          <p:cNvSpPr/>
          <p:nvPr/>
        </p:nvSpPr>
        <p:spPr>
          <a:xfrm>
            <a:off x="6053428" y="3366170"/>
            <a:ext cx="5274905" cy="492443"/>
          </a:xfrm>
          <a:prstGeom prst="roundRect">
            <a:avLst>
              <a:gd name="adj" fmla="val 50000"/>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Percentage % of </a:t>
            </a:r>
            <a:r>
              <a:rPr lang="en-IN" sz="1600" dirty="0"/>
              <a:t>🚀 </a:t>
            </a:r>
            <a:r>
              <a:rPr lang="en-US" sz="1600" b="1" dirty="0"/>
              <a:t>Projects Based on Outcome </a:t>
            </a:r>
          </a:p>
        </p:txBody>
      </p:sp>
    </p:spTree>
    <p:extLst>
      <p:ext uri="{BB962C8B-B14F-4D97-AF65-F5344CB8AC3E}">
        <p14:creationId xmlns:p14="http://schemas.microsoft.com/office/powerpoint/2010/main" val="3427904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C50DE9D8-FD82-4684-9ED8-826B4EC01B44}"/>
              </a:ext>
            </a:extLst>
          </p:cNvPr>
          <p:cNvSpPr/>
          <p:nvPr/>
        </p:nvSpPr>
        <p:spPr>
          <a:xfrm>
            <a:off x="220825" y="364222"/>
            <a:ext cx="6101297" cy="711023"/>
          </a:xfrm>
          <a:prstGeom prst="roundRect">
            <a:avLst>
              <a:gd name="adj" fmla="val 50000"/>
            </a:avLst>
          </a:prstGeom>
          <a:solidFill>
            <a:srgbClr val="CE295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r>
              <a:rPr lang="en-US" dirty="0">
                <a:latin typeface="Algerian" panose="04020705040A02060702" pitchFamily="82" charset="0"/>
              </a:rPr>
              <a:t>Insights From crowdfunding</a:t>
            </a:r>
            <a:r>
              <a:rPr lang="en-IN" dirty="0"/>
              <a:t> 📊</a:t>
            </a:r>
            <a:r>
              <a:rPr lang="en-US" dirty="0">
                <a:latin typeface="Algerian" panose="04020705040A02060702" pitchFamily="82" charset="0"/>
              </a:rPr>
              <a:t> analysis</a:t>
            </a:r>
          </a:p>
        </p:txBody>
      </p:sp>
      <p:sp>
        <p:nvSpPr>
          <p:cNvPr id="7" name="Rectangle 6">
            <a:extLst>
              <a:ext uri="{FF2B5EF4-FFF2-40B4-BE49-F238E27FC236}">
                <a16:creationId xmlns:a16="http://schemas.microsoft.com/office/drawing/2014/main" id="{CDB94DC0-D5FE-8DF0-099E-3BB4A4EEDB75}"/>
              </a:ext>
            </a:extLst>
          </p:cNvPr>
          <p:cNvSpPr/>
          <p:nvPr/>
        </p:nvSpPr>
        <p:spPr>
          <a:xfrm>
            <a:off x="426154" y="1292613"/>
            <a:ext cx="11339691" cy="4784216"/>
          </a:xfrm>
          <a:prstGeom prst="rect">
            <a:avLst/>
          </a:prstGeom>
          <a:solidFill>
            <a:schemeClr val="tx2">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F81EE830-69E6-05A3-47C4-D4E515B639FC}"/>
              </a:ext>
            </a:extLst>
          </p:cNvPr>
          <p:cNvSpPr txBox="1"/>
          <p:nvPr/>
        </p:nvSpPr>
        <p:spPr>
          <a:xfrm>
            <a:off x="877078" y="1838131"/>
            <a:ext cx="10947804" cy="477053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1600" b="1" dirty="0">
                <a:solidFill>
                  <a:srgbClr val="002060"/>
                </a:solidFill>
                <a:latin typeface="Arial" panose="020B0604020202020204" pitchFamily="34" charset="0"/>
                <a:cs typeface="Arial" panose="020B0604020202020204" pitchFamily="34" charset="0"/>
              </a:rPr>
              <a:t>After Analysis of </a:t>
            </a:r>
            <a:r>
              <a:rPr lang="en-US" sz="1600" b="1" dirty="0" err="1">
                <a:solidFill>
                  <a:srgbClr val="002060"/>
                </a:solidFill>
                <a:latin typeface="Arial" panose="020B0604020202020204" pitchFamily="34" charset="0"/>
                <a:cs typeface="Arial" panose="020B0604020202020204" pitchFamily="34" charset="0"/>
              </a:rPr>
              <a:t>CrowdFunding</a:t>
            </a:r>
            <a:r>
              <a:rPr lang="en-US" sz="1600" b="1" dirty="0">
                <a:solidFill>
                  <a:srgbClr val="002060"/>
                </a:solidFill>
                <a:latin typeface="Arial" panose="020B0604020202020204" pitchFamily="34" charset="0"/>
                <a:cs typeface="Arial" panose="020B0604020202020204" pitchFamily="34" charset="0"/>
              </a:rPr>
              <a:t> Data as Compared to Success Rate and Failure Rate if Failure Rate is Greater than the success Rate So Creators are need to Focus on Why More Projects are Failed</a:t>
            </a:r>
          </a:p>
          <a:p>
            <a:pPr marL="285750" indent="-285750">
              <a:lnSpc>
                <a:spcPct val="150000"/>
              </a:lnSpc>
              <a:buFont typeface="Wingdings" panose="05000000000000000000" pitchFamily="2" charset="2"/>
              <a:buChar char="Ø"/>
            </a:pPr>
            <a:r>
              <a:rPr lang="en-US" sz="1600" b="1" dirty="0">
                <a:solidFill>
                  <a:srgbClr val="002060"/>
                </a:solidFill>
                <a:latin typeface="Arial" panose="020B0604020202020204" pitchFamily="34" charset="0"/>
                <a:cs typeface="Arial" panose="020B0604020202020204" pitchFamily="34" charset="0"/>
              </a:rPr>
              <a:t>Less Goal Amount set then Increases the Projects Success Rate</a:t>
            </a:r>
          </a:p>
          <a:p>
            <a:pPr marL="285750" indent="-285750">
              <a:lnSpc>
                <a:spcPct val="150000"/>
              </a:lnSpc>
              <a:buFont typeface="Wingdings" panose="05000000000000000000" pitchFamily="2" charset="2"/>
              <a:buChar char="Ø"/>
            </a:pPr>
            <a:r>
              <a:rPr lang="en-US" sz="1600" b="1" dirty="0">
                <a:solidFill>
                  <a:srgbClr val="002060"/>
                </a:solidFill>
                <a:latin typeface="Arial" panose="020B0604020202020204" pitchFamily="34" charset="0"/>
                <a:cs typeface="Arial" panose="020B0604020202020204" pitchFamily="34" charset="0"/>
              </a:rPr>
              <a:t>Categories has Anthologies, chiptune, Residencies, dance, Indie Rock Please Focus on These Categories Increase the Projects on these Categories Because these Projects Success Rate is very High</a:t>
            </a:r>
          </a:p>
          <a:p>
            <a:pPr marL="285750" indent="-285750">
              <a:lnSpc>
                <a:spcPct val="150000"/>
              </a:lnSpc>
              <a:buFont typeface="Wingdings" panose="05000000000000000000" pitchFamily="2" charset="2"/>
              <a:buChar char="Ø"/>
            </a:pPr>
            <a:r>
              <a:rPr lang="en-US" sz="1600" b="1" dirty="0">
                <a:solidFill>
                  <a:srgbClr val="002060"/>
                </a:solidFill>
                <a:latin typeface="Arial" panose="020B0604020202020204" pitchFamily="34" charset="0"/>
                <a:cs typeface="Arial" panose="020B0604020202020204" pitchFamily="34" charset="0"/>
              </a:rPr>
              <a:t>Year of 2019 has Projects Success Rate is Very High Downfall so need to focus on that Year why 2019 year has Huge drop of Success Rate</a:t>
            </a:r>
          </a:p>
          <a:p>
            <a:pPr marL="285750" indent="-285750">
              <a:lnSpc>
                <a:spcPct val="150000"/>
              </a:lnSpc>
              <a:buFont typeface="Wingdings" panose="05000000000000000000" pitchFamily="2" charset="2"/>
              <a:buChar char="Ø"/>
            </a:pPr>
            <a:r>
              <a:rPr lang="en-US" sz="1600" b="1" dirty="0">
                <a:solidFill>
                  <a:srgbClr val="002060"/>
                </a:solidFill>
                <a:latin typeface="Arial" panose="020B0604020202020204" pitchFamily="34" charset="0"/>
                <a:cs typeface="Arial" panose="020B0604020202020204" pitchFamily="34" charset="0"/>
              </a:rPr>
              <a:t>After Analysis we have conclude that Highest Backers Interest on Exploding Kitchen project so Implement New Ideas on that Categories then Increases the Projects Success Rate</a:t>
            </a:r>
          </a:p>
          <a:p>
            <a:pPr marL="285750" indent="-285750">
              <a:lnSpc>
                <a:spcPct val="150000"/>
              </a:lnSpc>
              <a:buFont typeface="Wingdings" panose="05000000000000000000" pitchFamily="2" charset="2"/>
              <a:buChar char="Ø"/>
            </a:pPr>
            <a:endParaRPr lang="en-US" sz="1600" b="1" dirty="0">
              <a:solidFill>
                <a:schemeClr val="bg1"/>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US" sz="1600" b="1" dirty="0">
              <a:solidFill>
                <a:schemeClr val="bg1"/>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US" sz="1600" b="1" dirty="0">
              <a:solidFill>
                <a:schemeClr val="bg1"/>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US" sz="1600" b="1" dirty="0">
              <a:solidFill>
                <a:schemeClr val="bg1"/>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endParaRPr lang="en-IN" sz="1600" b="1" dirty="0">
              <a:solidFill>
                <a:schemeClr val="bg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7C5FF05-B430-62CE-532E-BA5437BA9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082" y="364222"/>
            <a:ext cx="2672663" cy="600744"/>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346A087A-1866-9AE1-0E67-6D607AAA0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1" y="191947"/>
            <a:ext cx="1170992" cy="88329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877929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242C78B-2DAE-E83F-23F9-AFE028C187E7}"/>
              </a:ext>
            </a:extLst>
          </p:cNvPr>
          <p:cNvSpPr/>
          <p:nvPr/>
        </p:nvSpPr>
        <p:spPr>
          <a:xfrm>
            <a:off x="220825" y="364222"/>
            <a:ext cx="6101297" cy="711023"/>
          </a:xfrm>
          <a:prstGeom prst="roundRect">
            <a:avLst>
              <a:gd name="adj" fmla="val 50000"/>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US" sz="2400" dirty="0">
                <a:latin typeface="Algerian" panose="04020705040A02060702" pitchFamily="82" charset="0"/>
              </a:rPr>
              <a:t>Challenges and </a:t>
            </a:r>
            <a:r>
              <a:rPr lang="en-IN" sz="2400" dirty="0"/>
              <a:t>📖 </a:t>
            </a:r>
            <a:r>
              <a:rPr lang="en-US" sz="2400" dirty="0">
                <a:latin typeface="Algerian" panose="04020705040A02060702" pitchFamily="82" charset="0"/>
              </a:rPr>
              <a:t>learnings :</a:t>
            </a:r>
          </a:p>
        </p:txBody>
      </p:sp>
      <p:sp>
        <p:nvSpPr>
          <p:cNvPr id="14" name="TextBox 13">
            <a:extLst>
              <a:ext uri="{FF2B5EF4-FFF2-40B4-BE49-F238E27FC236}">
                <a16:creationId xmlns:a16="http://schemas.microsoft.com/office/drawing/2014/main" id="{94F8AE21-4FCA-C8AD-6A9A-2005786A578F}"/>
              </a:ext>
            </a:extLst>
          </p:cNvPr>
          <p:cNvSpPr txBox="1"/>
          <p:nvPr/>
        </p:nvSpPr>
        <p:spPr>
          <a:xfrm>
            <a:off x="655898" y="1342664"/>
            <a:ext cx="10880203" cy="2816156"/>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chemeClr val="accent5">
                    <a:lumMod val="75000"/>
                  </a:schemeClr>
                </a:solidFill>
                <a:latin typeface="Arial" panose="020B0604020202020204" pitchFamily="34" charset="0"/>
                <a:cs typeface="Arial" panose="020B0604020202020204" pitchFamily="34" charset="0"/>
              </a:rPr>
              <a:t> </a:t>
            </a:r>
            <a:r>
              <a:rPr lang="en-IN" dirty="0"/>
              <a:t>⚠️ </a:t>
            </a:r>
            <a:r>
              <a:rPr lang="en-IN" b="1" dirty="0">
                <a:solidFill>
                  <a:schemeClr val="accent5">
                    <a:lumMod val="75000"/>
                  </a:schemeClr>
                </a:solidFill>
                <a:latin typeface="Arial" panose="020B0604020202020204" pitchFamily="34" charset="0"/>
                <a:cs typeface="Arial" panose="020B0604020202020204" pitchFamily="34" charset="0"/>
              </a:rPr>
              <a:t>Challenges Faced During this Project :</a:t>
            </a:r>
          </a:p>
          <a:p>
            <a:pPr marL="285750" indent="-285750">
              <a:lnSpc>
                <a:spcPct val="150000"/>
              </a:lnSpc>
              <a:buFont typeface="Wingdings" panose="05000000000000000000" pitchFamily="2" charset="2"/>
              <a:buChar char="v"/>
            </a:pPr>
            <a:r>
              <a:rPr lang="en-IN" dirty="0">
                <a:solidFill>
                  <a:schemeClr val="accent3">
                    <a:lumMod val="50000"/>
                  </a:schemeClr>
                </a:solidFill>
                <a:latin typeface="Arial" panose="020B0604020202020204" pitchFamily="34" charset="0"/>
                <a:cs typeface="Arial" panose="020B0604020202020204" pitchFamily="34" charset="0"/>
              </a:rPr>
              <a:t>Uncleaned Data so need More time to clean data as well as Correct the Data Types</a:t>
            </a:r>
          </a:p>
          <a:p>
            <a:pPr marL="285750" indent="-285750">
              <a:lnSpc>
                <a:spcPct val="150000"/>
              </a:lnSpc>
              <a:buFont typeface="Wingdings" panose="05000000000000000000" pitchFamily="2" charset="2"/>
              <a:buChar char="v"/>
            </a:pPr>
            <a:r>
              <a:rPr lang="en-IN" dirty="0">
                <a:solidFill>
                  <a:schemeClr val="accent3">
                    <a:lumMod val="50000"/>
                  </a:schemeClr>
                </a:solidFill>
                <a:latin typeface="Arial" panose="020B0604020202020204" pitchFamily="34" charset="0"/>
                <a:cs typeface="Arial" panose="020B0604020202020204" pitchFamily="34" charset="0"/>
              </a:rPr>
              <a:t>In the Dataset the Date Format In Epoch Dates </a:t>
            </a:r>
          </a:p>
          <a:p>
            <a:pPr marL="285750" indent="-285750">
              <a:lnSpc>
                <a:spcPct val="150000"/>
              </a:lnSpc>
              <a:buFont typeface="Wingdings" panose="05000000000000000000" pitchFamily="2" charset="2"/>
              <a:buChar char="v"/>
            </a:pPr>
            <a:r>
              <a:rPr lang="en-IN" dirty="0">
                <a:solidFill>
                  <a:schemeClr val="accent3">
                    <a:lumMod val="50000"/>
                  </a:schemeClr>
                </a:solidFill>
                <a:latin typeface="Arial" panose="020B0604020202020204" pitchFamily="34" charset="0"/>
                <a:cs typeface="Arial" panose="020B0604020202020204" pitchFamily="34" charset="0"/>
              </a:rPr>
              <a:t>There is no calendar Table in Dataset</a:t>
            </a:r>
          </a:p>
          <a:p>
            <a:pPr marL="285750" indent="-285750">
              <a:lnSpc>
                <a:spcPct val="150000"/>
              </a:lnSpc>
              <a:buFont typeface="Wingdings" panose="05000000000000000000" pitchFamily="2" charset="2"/>
              <a:buChar char="v"/>
            </a:pPr>
            <a:r>
              <a:rPr lang="en-IN" dirty="0">
                <a:solidFill>
                  <a:schemeClr val="accent3">
                    <a:lumMod val="50000"/>
                  </a:schemeClr>
                </a:solidFill>
                <a:latin typeface="Arial" panose="020B0604020202020204" pitchFamily="34" charset="0"/>
                <a:cs typeface="Arial" panose="020B0604020202020204" pitchFamily="34" charset="0"/>
              </a:rPr>
              <a:t>In MySQL Dataset Loading got some Errors Taking Help from Project Experts and resolved the issue</a:t>
            </a:r>
          </a:p>
          <a:p>
            <a:pPr marL="285750" indent="-285750">
              <a:lnSpc>
                <a:spcPct val="150000"/>
              </a:lnSpc>
              <a:buFont typeface="Wingdings" panose="05000000000000000000" pitchFamily="2" charset="2"/>
              <a:buChar char="v"/>
            </a:pPr>
            <a:endParaRPr lang="en-IN" dirty="0">
              <a:solidFill>
                <a:schemeClr val="accent3">
                  <a:lumMod val="50000"/>
                </a:schemeClr>
              </a:solidFill>
              <a:latin typeface="Arial" panose="020B0604020202020204" pitchFamily="34" charset="0"/>
              <a:cs typeface="Arial" panose="020B0604020202020204" pitchFamily="34" charset="0"/>
            </a:endParaRPr>
          </a:p>
          <a:p>
            <a:endParaRPr lang="en-IN" dirty="0"/>
          </a:p>
        </p:txBody>
      </p:sp>
      <p:sp>
        <p:nvSpPr>
          <p:cNvPr id="15" name="TextBox 14">
            <a:extLst>
              <a:ext uri="{FF2B5EF4-FFF2-40B4-BE49-F238E27FC236}">
                <a16:creationId xmlns:a16="http://schemas.microsoft.com/office/drawing/2014/main" id="{5B4485AB-C2D2-CD51-B61A-11F064D5F397}"/>
              </a:ext>
            </a:extLst>
          </p:cNvPr>
          <p:cNvSpPr txBox="1"/>
          <p:nvPr/>
        </p:nvSpPr>
        <p:spPr>
          <a:xfrm>
            <a:off x="798653" y="3622876"/>
            <a:ext cx="10046825" cy="2903359"/>
          </a:xfrm>
          <a:prstGeom prst="rect">
            <a:avLst/>
          </a:prstGeom>
          <a:noFill/>
        </p:spPr>
        <p:txBody>
          <a:bodyPr wrap="square" rtlCol="0">
            <a:spAutoFit/>
          </a:bodyPr>
          <a:lstStyle/>
          <a:p>
            <a:pPr marL="285750" indent="-285750">
              <a:buFont typeface="Wingdings" panose="05000000000000000000" pitchFamily="2" charset="2"/>
              <a:buChar char="Ø"/>
            </a:pPr>
            <a:r>
              <a:rPr lang="en-IN" b="1" dirty="0">
                <a:solidFill>
                  <a:srgbClr val="7030A0"/>
                </a:solidFill>
                <a:latin typeface="Arial" panose="020B0604020202020204" pitchFamily="34" charset="0"/>
                <a:cs typeface="Arial" panose="020B0604020202020204" pitchFamily="34" charset="0"/>
              </a:rPr>
              <a:t> </a:t>
            </a:r>
            <a:r>
              <a:rPr lang="en-IN" dirty="0"/>
              <a:t>📖 </a:t>
            </a:r>
            <a:r>
              <a:rPr lang="en-IN" b="1" dirty="0">
                <a:solidFill>
                  <a:srgbClr val="7030A0"/>
                </a:solidFill>
                <a:latin typeface="Arial" panose="020B0604020202020204" pitchFamily="34" charset="0"/>
                <a:cs typeface="Arial" panose="020B0604020202020204" pitchFamily="34" charset="0"/>
              </a:rPr>
              <a:t>Learnings From This Project </a:t>
            </a:r>
            <a:r>
              <a:rPr lang="en-IN" b="1" dirty="0">
                <a:solidFill>
                  <a:srgbClr val="7030A0"/>
                </a:solidFill>
              </a:rPr>
              <a:t>:</a:t>
            </a:r>
          </a:p>
          <a:p>
            <a:pPr marL="285750" indent="-285750">
              <a:lnSpc>
                <a:spcPct val="150000"/>
              </a:lnSpc>
              <a:buFont typeface="Wingdings" panose="05000000000000000000" pitchFamily="2" charset="2"/>
              <a:buChar char="ü"/>
            </a:pPr>
            <a:r>
              <a:rPr lang="en-IN" dirty="0">
                <a:solidFill>
                  <a:srgbClr val="CC0099"/>
                </a:solidFill>
                <a:latin typeface="Arial" panose="020B0604020202020204" pitchFamily="34" charset="0"/>
                <a:cs typeface="Arial" panose="020B0604020202020204" pitchFamily="34" charset="0"/>
              </a:rPr>
              <a:t>1.Converting the Epoch Date into Indian Date Format</a:t>
            </a:r>
          </a:p>
          <a:p>
            <a:pPr marL="285750" indent="-285750">
              <a:lnSpc>
                <a:spcPct val="150000"/>
              </a:lnSpc>
              <a:buFont typeface="Wingdings" panose="05000000000000000000" pitchFamily="2" charset="2"/>
              <a:buChar char="ü"/>
            </a:pPr>
            <a:r>
              <a:rPr lang="en-IN" dirty="0">
                <a:solidFill>
                  <a:srgbClr val="CC0099"/>
                </a:solidFill>
                <a:latin typeface="Arial" panose="020B0604020202020204" pitchFamily="34" charset="0"/>
                <a:cs typeface="Arial" panose="020B0604020202020204" pitchFamily="34" charset="0"/>
              </a:rPr>
              <a:t>2.Created Calendar Table from Date Column of Main Table and insert new Columns of that (Indian Financial Month, Quarter, weekday Name, weekday No, Month NO, Name, Year etc…..</a:t>
            </a:r>
          </a:p>
          <a:p>
            <a:pPr marL="285750" indent="-285750">
              <a:lnSpc>
                <a:spcPct val="150000"/>
              </a:lnSpc>
              <a:buFont typeface="Wingdings" panose="05000000000000000000" pitchFamily="2" charset="2"/>
              <a:buChar char="ü"/>
            </a:pPr>
            <a:r>
              <a:rPr lang="en-IN" dirty="0">
                <a:solidFill>
                  <a:srgbClr val="CC0099"/>
                </a:solidFill>
                <a:latin typeface="Arial" panose="020B0604020202020204" pitchFamily="34" charset="0"/>
                <a:cs typeface="Arial" panose="020B0604020202020204" pitchFamily="34" charset="0"/>
              </a:rPr>
              <a:t>3.Load data to </a:t>
            </a:r>
            <a:r>
              <a:rPr lang="en-IN" dirty="0" err="1">
                <a:solidFill>
                  <a:srgbClr val="CC0099"/>
                </a:solidFill>
                <a:latin typeface="Arial" panose="020B0604020202020204" pitchFamily="34" charset="0"/>
                <a:cs typeface="Arial" panose="020B0604020202020204" pitchFamily="34" charset="0"/>
              </a:rPr>
              <a:t>Mysql</a:t>
            </a:r>
            <a:r>
              <a:rPr lang="en-IN" dirty="0">
                <a:solidFill>
                  <a:srgbClr val="CC0099"/>
                </a:solidFill>
                <a:latin typeface="Arial" panose="020B0604020202020204" pitchFamily="34" charset="0"/>
                <a:cs typeface="Arial" panose="020B0604020202020204" pitchFamily="34" charset="0"/>
              </a:rPr>
              <a:t> Database Got an Error Then Find Solution and Error Resolved </a:t>
            </a:r>
          </a:p>
          <a:p>
            <a:pPr marL="285750" indent="-285750">
              <a:lnSpc>
                <a:spcPct val="150000"/>
              </a:lnSpc>
              <a:buFont typeface="Wingdings" panose="05000000000000000000" pitchFamily="2" charset="2"/>
              <a:buChar char="ü"/>
            </a:pPr>
            <a:r>
              <a:rPr lang="en-IN" dirty="0">
                <a:solidFill>
                  <a:srgbClr val="CC0099"/>
                </a:solidFill>
                <a:latin typeface="Arial" panose="020B0604020202020204" pitchFamily="34" charset="0"/>
                <a:cs typeface="Arial" panose="020B0604020202020204" pitchFamily="34" charset="0"/>
              </a:rPr>
              <a:t>4 We Have Learned How Load csv File to MySQL </a:t>
            </a:r>
            <a:r>
              <a:rPr lang="en-IN" dirty="0" err="1">
                <a:solidFill>
                  <a:srgbClr val="CC0099"/>
                </a:solidFill>
                <a:latin typeface="Arial" panose="020B0604020202020204" pitchFamily="34" charset="0"/>
                <a:cs typeface="Arial" panose="020B0604020202020204" pitchFamily="34" charset="0"/>
              </a:rPr>
              <a:t>DataBase</a:t>
            </a:r>
            <a:endParaRPr lang="en-IN" dirty="0">
              <a:solidFill>
                <a:srgbClr val="CC0099"/>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9A5C027-EC52-5E6E-8C72-B600CAB9D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1604" y="364221"/>
            <a:ext cx="867747" cy="71102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6" name="Picture 5">
            <a:extLst>
              <a:ext uri="{FF2B5EF4-FFF2-40B4-BE49-F238E27FC236}">
                <a16:creationId xmlns:a16="http://schemas.microsoft.com/office/drawing/2014/main" id="{4191BDF1-C6FF-831F-2CA7-9DFB261EDB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12423" y="424098"/>
            <a:ext cx="867747" cy="71102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8" name="Picture 7">
            <a:extLst>
              <a:ext uri="{FF2B5EF4-FFF2-40B4-BE49-F238E27FC236}">
                <a16:creationId xmlns:a16="http://schemas.microsoft.com/office/drawing/2014/main" id="{D496FF1F-0B22-702A-DDF5-A9917BB83B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2314" y="364221"/>
            <a:ext cx="676468" cy="71102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0" name="Picture 9">
            <a:extLst>
              <a:ext uri="{FF2B5EF4-FFF2-40B4-BE49-F238E27FC236}">
                <a16:creationId xmlns:a16="http://schemas.microsoft.com/office/drawing/2014/main" id="{2A5608CA-1D05-5049-7169-36361C7B6F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6952" y="424098"/>
            <a:ext cx="1013928" cy="711023"/>
          </a:xfrm>
          <a:prstGeom prst="rect">
            <a:avLst/>
          </a:prstGeom>
        </p:spPr>
      </p:pic>
    </p:spTree>
    <p:extLst>
      <p:ext uri="{BB962C8B-B14F-4D97-AF65-F5344CB8AC3E}">
        <p14:creationId xmlns:p14="http://schemas.microsoft.com/office/powerpoint/2010/main" val="4092421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189828-C3DA-4597-BCE6-9ABD37A41E4D}"/>
              </a:ext>
            </a:extLst>
          </p:cNvPr>
          <p:cNvSpPr>
            <a:spLocks noGrp="1"/>
          </p:cNvSpPr>
          <p:nvPr>
            <p:ph type="sldNum" sz="quarter" idx="12"/>
          </p:nvPr>
        </p:nvSpPr>
        <p:spPr/>
        <p:txBody>
          <a:bodyPr/>
          <a:lstStyle/>
          <a:p>
            <a:fld id="{0FD50806-BABF-4915-9689-3B9956D1C75C}" type="slidenum">
              <a:rPr lang="en-US" smtClean="0"/>
              <a:pPr/>
              <a:t>9</a:t>
            </a:fld>
            <a:endParaRPr lang="en-US" dirty="0"/>
          </a:p>
        </p:txBody>
      </p:sp>
      <p:sp>
        <p:nvSpPr>
          <p:cNvPr id="23" name="Oval 22">
            <a:extLst>
              <a:ext uri="{FF2B5EF4-FFF2-40B4-BE49-F238E27FC236}">
                <a16:creationId xmlns:a16="http://schemas.microsoft.com/office/drawing/2014/main" id="{E4ED3DF7-870D-4095-B720-456252545CFA}"/>
              </a:ext>
            </a:extLst>
          </p:cNvPr>
          <p:cNvSpPr/>
          <p:nvPr/>
        </p:nvSpPr>
        <p:spPr>
          <a:xfrm>
            <a:off x="3869988" y="1690904"/>
            <a:ext cx="3683936" cy="3683936"/>
          </a:xfrm>
          <a:prstGeom prst="ellipse">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950">
            <a:extLst>
              <a:ext uri="{FF2B5EF4-FFF2-40B4-BE49-F238E27FC236}">
                <a16:creationId xmlns:a16="http://schemas.microsoft.com/office/drawing/2014/main" id="{DF992E26-6825-42CE-8425-2CAA9340F6F3}"/>
              </a:ext>
            </a:extLst>
          </p:cNvPr>
          <p:cNvSpPr>
            <a:spLocks noEditPoints="1"/>
          </p:cNvSpPr>
          <p:nvPr/>
        </p:nvSpPr>
        <p:spPr bwMode="auto">
          <a:xfrm>
            <a:off x="3753568" y="3389997"/>
            <a:ext cx="220663" cy="285750"/>
          </a:xfrm>
          <a:custGeom>
            <a:avLst/>
            <a:gdLst>
              <a:gd name="T0" fmla="*/ 542 w 553"/>
              <a:gd name="T1" fmla="*/ 205 h 722"/>
              <a:gd name="T2" fmla="*/ 323 w 553"/>
              <a:gd name="T3" fmla="*/ 313 h 722"/>
              <a:gd name="T4" fmla="*/ 312 w 553"/>
              <a:gd name="T5" fmla="*/ 306 h 722"/>
              <a:gd name="T6" fmla="*/ 315 w 553"/>
              <a:gd name="T7" fmla="*/ 293 h 722"/>
              <a:gd name="T8" fmla="*/ 444 w 553"/>
              <a:gd name="T9" fmla="*/ 289 h 722"/>
              <a:gd name="T10" fmla="*/ 455 w 553"/>
              <a:gd name="T11" fmla="*/ 297 h 722"/>
              <a:gd name="T12" fmla="*/ 452 w 553"/>
              <a:gd name="T13" fmla="*/ 310 h 722"/>
              <a:gd name="T14" fmla="*/ 444 w 553"/>
              <a:gd name="T15" fmla="*/ 433 h 722"/>
              <a:gd name="T16" fmla="*/ 315 w 553"/>
              <a:gd name="T17" fmla="*/ 430 h 722"/>
              <a:gd name="T18" fmla="*/ 312 w 553"/>
              <a:gd name="T19" fmla="*/ 417 h 722"/>
              <a:gd name="T20" fmla="*/ 323 w 553"/>
              <a:gd name="T21" fmla="*/ 409 h 722"/>
              <a:gd name="T22" fmla="*/ 452 w 553"/>
              <a:gd name="T23" fmla="*/ 413 h 722"/>
              <a:gd name="T24" fmla="*/ 455 w 553"/>
              <a:gd name="T25" fmla="*/ 426 h 722"/>
              <a:gd name="T26" fmla="*/ 444 w 553"/>
              <a:gd name="T27" fmla="*/ 433 h 722"/>
              <a:gd name="T28" fmla="*/ 318 w 553"/>
              <a:gd name="T29" fmla="*/ 577 h 722"/>
              <a:gd name="T30" fmla="*/ 311 w 553"/>
              <a:gd name="T31" fmla="*/ 566 h 722"/>
              <a:gd name="T32" fmla="*/ 318 w 553"/>
              <a:gd name="T33" fmla="*/ 555 h 722"/>
              <a:gd name="T34" fmla="*/ 449 w 553"/>
              <a:gd name="T35" fmla="*/ 555 h 722"/>
              <a:gd name="T36" fmla="*/ 456 w 553"/>
              <a:gd name="T37" fmla="*/ 566 h 722"/>
              <a:gd name="T38" fmla="*/ 449 w 553"/>
              <a:gd name="T39" fmla="*/ 577 h 722"/>
              <a:gd name="T40" fmla="*/ 194 w 553"/>
              <a:gd name="T41" fmla="*/ 325 h 722"/>
              <a:gd name="T42" fmla="*/ 181 w 553"/>
              <a:gd name="T43" fmla="*/ 327 h 722"/>
              <a:gd name="T44" fmla="*/ 129 w 553"/>
              <a:gd name="T45" fmla="*/ 275 h 722"/>
              <a:gd name="T46" fmla="*/ 132 w 553"/>
              <a:gd name="T47" fmla="*/ 262 h 722"/>
              <a:gd name="T48" fmla="*/ 145 w 553"/>
              <a:gd name="T49" fmla="*/ 260 h 722"/>
              <a:gd name="T50" fmla="*/ 253 w 553"/>
              <a:gd name="T51" fmla="*/ 232 h 722"/>
              <a:gd name="T52" fmla="*/ 267 w 553"/>
              <a:gd name="T53" fmla="*/ 230 h 722"/>
              <a:gd name="T54" fmla="*/ 274 w 553"/>
              <a:gd name="T55" fmla="*/ 240 h 722"/>
              <a:gd name="T56" fmla="*/ 271 w 553"/>
              <a:gd name="T57" fmla="*/ 386 h 722"/>
              <a:gd name="T58" fmla="*/ 186 w 553"/>
              <a:gd name="T59" fmla="*/ 465 h 722"/>
              <a:gd name="T60" fmla="*/ 132 w 553"/>
              <a:gd name="T61" fmla="*/ 415 h 722"/>
              <a:gd name="T62" fmla="*/ 129 w 553"/>
              <a:gd name="T63" fmla="*/ 403 h 722"/>
              <a:gd name="T64" fmla="*/ 140 w 553"/>
              <a:gd name="T65" fmla="*/ 395 h 722"/>
              <a:gd name="T66" fmla="*/ 186 w 553"/>
              <a:gd name="T67" fmla="*/ 436 h 722"/>
              <a:gd name="T68" fmla="*/ 262 w 553"/>
              <a:gd name="T69" fmla="*/ 365 h 722"/>
              <a:gd name="T70" fmla="*/ 273 w 553"/>
              <a:gd name="T71" fmla="*/ 372 h 722"/>
              <a:gd name="T72" fmla="*/ 271 w 553"/>
              <a:gd name="T73" fmla="*/ 386 h 722"/>
              <a:gd name="T74" fmla="*/ 190 w 553"/>
              <a:gd name="T75" fmla="*/ 601 h 722"/>
              <a:gd name="T76" fmla="*/ 178 w 553"/>
              <a:gd name="T77" fmla="*/ 599 h 722"/>
              <a:gd name="T78" fmla="*/ 128 w 553"/>
              <a:gd name="T79" fmla="*/ 545 h 722"/>
              <a:gd name="T80" fmla="*/ 136 w 553"/>
              <a:gd name="T81" fmla="*/ 533 h 722"/>
              <a:gd name="T82" fmla="*/ 149 w 553"/>
              <a:gd name="T83" fmla="*/ 535 h 722"/>
              <a:gd name="T84" fmla="*/ 258 w 553"/>
              <a:gd name="T85" fmla="*/ 502 h 722"/>
              <a:gd name="T86" fmla="*/ 271 w 553"/>
              <a:gd name="T87" fmla="*/ 505 h 722"/>
              <a:gd name="T88" fmla="*/ 273 w 553"/>
              <a:gd name="T89" fmla="*/ 518 h 722"/>
              <a:gd name="T90" fmla="*/ 357 w 553"/>
              <a:gd name="T91" fmla="*/ 3 h 722"/>
              <a:gd name="T92" fmla="*/ 12 w 553"/>
              <a:gd name="T93" fmla="*/ 0 h 722"/>
              <a:gd name="T94" fmla="*/ 1 w 553"/>
              <a:gd name="T95" fmla="*/ 7 h 722"/>
              <a:gd name="T96" fmla="*/ 1 w 553"/>
              <a:gd name="T97" fmla="*/ 715 h 722"/>
              <a:gd name="T98" fmla="*/ 12 w 553"/>
              <a:gd name="T99" fmla="*/ 722 h 722"/>
              <a:gd name="T100" fmla="*/ 550 w 553"/>
              <a:gd name="T101" fmla="*/ 719 h 722"/>
              <a:gd name="T102" fmla="*/ 553 w 553"/>
              <a:gd name="T103" fmla="*/ 205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3" h="722">
                <a:moveTo>
                  <a:pt x="349" y="205"/>
                </a:moveTo>
                <a:lnTo>
                  <a:pt x="349" y="12"/>
                </a:lnTo>
                <a:lnTo>
                  <a:pt x="542" y="205"/>
                </a:lnTo>
                <a:lnTo>
                  <a:pt x="349" y="205"/>
                </a:lnTo>
                <a:close/>
                <a:moveTo>
                  <a:pt x="444" y="313"/>
                </a:moveTo>
                <a:lnTo>
                  <a:pt x="323" y="313"/>
                </a:lnTo>
                <a:lnTo>
                  <a:pt x="318" y="312"/>
                </a:lnTo>
                <a:lnTo>
                  <a:pt x="315" y="310"/>
                </a:lnTo>
                <a:lnTo>
                  <a:pt x="312" y="306"/>
                </a:lnTo>
                <a:lnTo>
                  <a:pt x="311" y="301"/>
                </a:lnTo>
                <a:lnTo>
                  <a:pt x="312" y="297"/>
                </a:lnTo>
                <a:lnTo>
                  <a:pt x="315" y="293"/>
                </a:lnTo>
                <a:lnTo>
                  <a:pt x="318" y="290"/>
                </a:lnTo>
                <a:lnTo>
                  <a:pt x="323" y="289"/>
                </a:lnTo>
                <a:lnTo>
                  <a:pt x="444" y="289"/>
                </a:lnTo>
                <a:lnTo>
                  <a:pt x="449" y="290"/>
                </a:lnTo>
                <a:lnTo>
                  <a:pt x="452" y="293"/>
                </a:lnTo>
                <a:lnTo>
                  <a:pt x="455" y="297"/>
                </a:lnTo>
                <a:lnTo>
                  <a:pt x="456" y="301"/>
                </a:lnTo>
                <a:lnTo>
                  <a:pt x="455" y="306"/>
                </a:lnTo>
                <a:lnTo>
                  <a:pt x="452" y="310"/>
                </a:lnTo>
                <a:lnTo>
                  <a:pt x="449" y="312"/>
                </a:lnTo>
                <a:lnTo>
                  <a:pt x="444" y="313"/>
                </a:lnTo>
                <a:close/>
                <a:moveTo>
                  <a:pt x="444" y="433"/>
                </a:moveTo>
                <a:lnTo>
                  <a:pt x="323" y="433"/>
                </a:lnTo>
                <a:lnTo>
                  <a:pt x="318" y="432"/>
                </a:lnTo>
                <a:lnTo>
                  <a:pt x="315" y="430"/>
                </a:lnTo>
                <a:lnTo>
                  <a:pt x="312" y="426"/>
                </a:lnTo>
                <a:lnTo>
                  <a:pt x="311" y="421"/>
                </a:lnTo>
                <a:lnTo>
                  <a:pt x="312" y="417"/>
                </a:lnTo>
                <a:lnTo>
                  <a:pt x="315" y="413"/>
                </a:lnTo>
                <a:lnTo>
                  <a:pt x="318" y="410"/>
                </a:lnTo>
                <a:lnTo>
                  <a:pt x="323" y="409"/>
                </a:lnTo>
                <a:lnTo>
                  <a:pt x="444" y="409"/>
                </a:lnTo>
                <a:lnTo>
                  <a:pt x="449" y="410"/>
                </a:lnTo>
                <a:lnTo>
                  <a:pt x="452" y="413"/>
                </a:lnTo>
                <a:lnTo>
                  <a:pt x="455" y="417"/>
                </a:lnTo>
                <a:lnTo>
                  <a:pt x="456" y="421"/>
                </a:lnTo>
                <a:lnTo>
                  <a:pt x="455" y="426"/>
                </a:lnTo>
                <a:lnTo>
                  <a:pt x="452" y="430"/>
                </a:lnTo>
                <a:lnTo>
                  <a:pt x="449" y="432"/>
                </a:lnTo>
                <a:lnTo>
                  <a:pt x="444" y="433"/>
                </a:lnTo>
                <a:close/>
                <a:moveTo>
                  <a:pt x="444" y="578"/>
                </a:moveTo>
                <a:lnTo>
                  <a:pt x="323" y="578"/>
                </a:lnTo>
                <a:lnTo>
                  <a:pt x="318" y="577"/>
                </a:lnTo>
                <a:lnTo>
                  <a:pt x="315" y="574"/>
                </a:lnTo>
                <a:lnTo>
                  <a:pt x="312" y="571"/>
                </a:lnTo>
                <a:lnTo>
                  <a:pt x="311" y="566"/>
                </a:lnTo>
                <a:lnTo>
                  <a:pt x="312" y="561"/>
                </a:lnTo>
                <a:lnTo>
                  <a:pt x="315" y="558"/>
                </a:lnTo>
                <a:lnTo>
                  <a:pt x="318" y="555"/>
                </a:lnTo>
                <a:lnTo>
                  <a:pt x="323" y="554"/>
                </a:lnTo>
                <a:lnTo>
                  <a:pt x="444" y="554"/>
                </a:lnTo>
                <a:lnTo>
                  <a:pt x="449" y="555"/>
                </a:lnTo>
                <a:lnTo>
                  <a:pt x="452" y="558"/>
                </a:lnTo>
                <a:lnTo>
                  <a:pt x="455" y="561"/>
                </a:lnTo>
                <a:lnTo>
                  <a:pt x="456" y="566"/>
                </a:lnTo>
                <a:lnTo>
                  <a:pt x="455" y="571"/>
                </a:lnTo>
                <a:lnTo>
                  <a:pt x="452" y="574"/>
                </a:lnTo>
                <a:lnTo>
                  <a:pt x="449" y="577"/>
                </a:lnTo>
                <a:lnTo>
                  <a:pt x="444" y="578"/>
                </a:lnTo>
                <a:close/>
                <a:moveTo>
                  <a:pt x="271" y="249"/>
                </a:moveTo>
                <a:lnTo>
                  <a:pt x="194" y="325"/>
                </a:lnTo>
                <a:lnTo>
                  <a:pt x="190" y="327"/>
                </a:lnTo>
                <a:lnTo>
                  <a:pt x="186" y="328"/>
                </a:lnTo>
                <a:lnTo>
                  <a:pt x="181" y="327"/>
                </a:lnTo>
                <a:lnTo>
                  <a:pt x="178" y="325"/>
                </a:lnTo>
                <a:lnTo>
                  <a:pt x="132" y="280"/>
                </a:lnTo>
                <a:lnTo>
                  <a:pt x="129" y="275"/>
                </a:lnTo>
                <a:lnTo>
                  <a:pt x="128" y="270"/>
                </a:lnTo>
                <a:lnTo>
                  <a:pt x="129" y="266"/>
                </a:lnTo>
                <a:lnTo>
                  <a:pt x="132" y="262"/>
                </a:lnTo>
                <a:lnTo>
                  <a:pt x="136" y="260"/>
                </a:lnTo>
                <a:lnTo>
                  <a:pt x="140" y="259"/>
                </a:lnTo>
                <a:lnTo>
                  <a:pt x="145" y="260"/>
                </a:lnTo>
                <a:lnTo>
                  <a:pt x="149" y="262"/>
                </a:lnTo>
                <a:lnTo>
                  <a:pt x="186" y="299"/>
                </a:lnTo>
                <a:lnTo>
                  <a:pt x="253" y="232"/>
                </a:lnTo>
                <a:lnTo>
                  <a:pt x="258" y="230"/>
                </a:lnTo>
                <a:lnTo>
                  <a:pt x="262" y="229"/>
                </a:lnTo>
                <a:lnTo>
                  <a:pt x="267" y="230"/>
                </a:lnTo>
                <a:lnTo>
                  <a:pt x="271" y="232"/>
                </a:lnTo>
                <a:lnTo>
                  <a:pt x="273" y="236"/>
                </a:lnTo>
                <a:lnTo>
                  <a:pt x="274" y="240"/>
                </a:lnTo>
                <a:lnTo>
                  <a:pt x="273" y="245"/>
                </a:lnTo>
                <a:lnTo>
                  <a:pt x="271" y="249"/>
                </a:lnTo>
                <a:close/>
                <a:moveTo>
                  <a:pt x="271" y="386"/>
                </a:moveTo>
                <a:lnTo>
                  <a:pt x="194" y="461"/>
                </a:lnTo>
                <a:lnTo>
                  <a:pt x="190" y="464"/>
                </a:lnTo>
                <a:lnTo>
                  <a:pt x="186" y="465"/>
                </a:lnTo>
                <a:lnTo>
                  <a:pt x="181" y="464"/>
                </a:lnTo>
                <a:lnTo>
                  <a:pt x="178" y="461"/>
                </a:lnTo>
                <a:lnTo>
                  <a:pt x="132" y="415"/>
                </a:lnTo>
                <a:lnTo>
                  <a:pt x="129" y="411"/>
                </a:lnTo>
                <a:lnTo>
                  <a:pt x="128" y="407"/>
                </a:lnTo>
                <a:lnTo>
                  <a:pt x="129" y="403"/>
                </a:lnTo>
                <a:lnTo>
                  <a:pt x="132" y="399"/>
                </a:lnTo>
                <a:lnTo>
                  <a:pt x="136" y="396"/>
                </a:lnTo>
                <a:lnTo>
                  <a:pt x="140" y="395"/>
                </a:lnTo>
                <a:lnTo>
                  <a:pt x="145" y="396"/>
                </a:lnTo>
                <a:lnTo>
                  <a:pt x="149" y="399"/>
                </a:lnTo>
                <a:lnTo>
                  <a:pt x="186" y="436"/>
                </a:lnTo>
                <a:lnTo>
                  <a:pt x="253" y="368"/>
                </a:lnTo>
                <a:lnTo>
                  <a:pt x="258" y="365"/>
                </a:lnTo>
                <a:lnTo>
                  <a:pt x="262" y="365"/>
                </a:lnTo>
                <a:lnTo>
                  <a:pt x="267" y="365"/>
                </a:lnTo>
                <a:lnTo>
                  <a:pt x="271" y="368"/>
                </a:lnTo>
                <a:lnTo>
                  <a:pt x="273" y="372"/>
                </a:lnTo>
                <a:lnTo>
                  <a:pt x="274" y="376"/>
                </a:lnTo>
                <a:lnTo>
                  <a:pt x="273" y="381"/>
                </a:lnTo>
                <a:lnTo>
                  <a:pt x="271" y="386"/>
                </a:lnTo>
                <a:close/>
                <a:moveTo>
                  <a:pt x="271" y="522"/>
                </a:moveTo>
                <a:lnTo>
                  <a:pt x="194" y="599"/>
                </a:lnTo>
                <a:lnTo>
                  <a:pt x="190" y="601"/>
                </a:lnTo>
                <a:lnTo>
                  <a:pt x="186" y="602"/>
                </a:lnTo>
                <a:lnTo>
                  <a:pt x="181" y="601"/>
                </a:lnTo>
                <a:lnTo>
                  <a:pt x="178" y="599"/>
                </a:lnTo>
                <a:lnTo>
                  <a:pt x="132" y="553"/>
                </a:lnTo>
                <a:lnTo>
                  <a:pt x="129" y="549"/>
                </a:lnTo>
                <a:lnTo>
                  <a:pt x="128" y="545"/>
                </a:lnTo>
                <a:lnTo>
                  <a:pt x="129" y="540"/>
                </a:lnTo>
                <a:lnTo>
                  <a:pt x="132" y="535"/>
                </a:lnTo>
                <a:lnTo>
                  <a:pt x="136" y="533"/>
                </a:lnTo>
                <a:lnTo>
                  <a:pt x="140" y="532"/>
                </a:lnTo>
                <a:lnTo>
                  <a:pt x="145" y="533"/>
                </a:lnTo>
                <a:lnTo>
                  <a:pt x="149" y="535"/>
                </a:lnTo>
                <a:lnTo>
                  <a:pt x="186" y="572"/>
                </a:lnTo>
                <a:lnTo>
                  <a:pt x="253" y="505"/>
                </a:lnTo>
                <a:lnTo>
                  <a:pt x="258" y="502"/>
                </a:lnTo>
                <a:lnTo>
                  <a:pt x="262" y="501"/>
                </a:lnTo>
                <a:lnTo>
                  <a:pt x="267" y="502"/>
                </a:lnTo>
                <a:lnTo>
                  <a:pt x="271" y="505"/>
                </a:lnTo>
                <a:lnTo>
                  <a:pt x="273" y="509"/>
                </a:lnTo>
                <a:lnTo>
                  <a:pt x="274" y="513"/>
                </a:lnTo>
                <a:lnTo>
                  <a:pt x="273" y="518"/>
                </a:lnTo>
                <a:lnTo>
                  <a:pt x="271" y="522"/>
                </a:lnTo>
                <a:close/>
                <a:moveTo>
                  <a:pt x="550" y="196"/>
                </a:moveTo>
                <a:lnTo>
                  <a:pt x="357" y="3"/>
                </a:lnTo>
                <a:lnTo>
                  <a:pt x="353" y="1"/>
                </a:lnTo>
                <a:lnTo>
                  <a:pt x="349" y="0"/>
                </a:lnTo>
                <a:lnTo>
                  <a:pt x="12" y="0"/>
                </a:lnTo>
                <a:lnTo>
                  <a:pt x="7" y="1"/>
                </a:lnTo>
                <a:lnTo>
                  <a:pt x="4" y="3"/>
                </a:lnTo>
                <a:lnTo>
                  <a:pt x="1" y="7"/>
                </a:lnTo>
                <a:lnTo>
                  <a:pt x="0" y="12"/>
                </a:lnTo>
                <a:lnTo>
                  <a:pt x="0" y="711"/>
                </a:lnTo>
                <a:lnTo>
                  <a:pt x="1" y="715"/>
                </a:lnTo>
                <a:lnTo>
                  <a:pt x="4" y="719"/>
                </a:lnTo>
                <a:lnTo>
                  <a:pt x="7" y="721"/>
                </a:lnTo>
                <a:lnTo>
                  <a:pt x="12" y="722"/>
                </a:lnTo>
                <a:lnTo>
                  <a:pt x="542" y="722"/>
                </a:lnTo>
                <a:lnTo>
                  <a:pt x="546" y="721"/>
                </a:lnTo>
                <a:lnTo>
                  <a:pt x="550" y="719"/>
                </a:lnTo>
                <a:lnTo>
                  <a:pt x="552" y="715"/>
                </a:lnTo>
                <a:lnTo>
                  <a:pt x="553" y="711"/>
                </a:lnTo>
                <a:lnTo>
                  <a:pt x="553" y="205"/>
                </a:lnTo>
                <a:lnTo>
                  <a:pt x="552" y="200"/>
                </a:lnTo>
                <a:lnTo>
                  <a:pt x="550" y="19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8" name="Group 27">
            <a:extLst>
              <a:ext uri="{FF2B5EF4-FFF2-40B4-BE49-F238E27FC236}">
                <a16:creationId xmlns:a16="http://schemas.microsoft.com/office/drawing/2014/main" id="{5B5B605F-F62A-49BA-9079-509C90781CCE}"/>
              </a:ext>
            </a:extLst>
          </p:cNvPr>
          <p:cNvGrpSpPr/>
          <p:nvPr/>
        </p:nvGrpSpPr>
        <p:grpSpPr>
          <a:xfrm>
            <a:off x="4578972" y="4909356"/>
            <a:ext cx="239712" cy="285750"/>
            <a:chOff x="5494338" y="1370013"/>
            <a:chExt cx="239712" cy="285750"/>
          </a:xfrm>
          <a:solidFill>
            <a:schemeClr val="bg1"/>
          </a:solidFill>
        </p:grpSpPr>
        <p:sp>
          <p:nvSpPr>
            <p:cNvPr id="29" name="Freeform 961">
              <a:extLst>
                <a:ext uri="{FF2B5EF4-FFF2-40B4-BE49-F238E27FC236}">
                  <a16:creationId xmlns:a16="http://schemas.microsoft.com/office/drawing/2014/main" id="{88ABE40A-D5B7-41C8-A83E-B94B790A1F5C}"/>
                </a:ext>
              </a:extLst>
            </p:cNvPr>
            <p:cNvSpPr>
              <a:spLocks noEditPoints="1"/>
            </p:cNvSpPr>
            <p:nvPr/>
          </p:nvSpPr>
          <p:spPr bwMode="auto">
            <a:xfrm>
              <a:off x="5629275" y="1370013"/>
              <a:ext cx="104775" cy="133350"/>
            </a:xfrm>
            <a:custGeom>
              <a:avLst/>
              <a:gdLst>
                <a:gd name="T0" fmla="*/ 156 w 265"/>
                <a:gd name="T1" fmla="*/ 108 h 337"/>
                <a:gd name="T2" fmla="*/ 156 w 265"/>
                <a:gd name="T3" fmla="*/ 12 h 337"/>
                <a:gd name="T4" fmla="*/ 252 w 265"/>
                <a:gd name="T5" fmla="*/ 108 h 337"/>
                <a:gd name="T6" fmla="*/ 156 w 265"/>
                <a:gd name="T7" fmla="*/ 108 h 337"/>
                <a:gd name="T8" fmla="*/ 261 w 265"/>
                <a:gd name="T9" fmla="*/ 100 h 337"/>
                <a:gd name="T10" fmla="*/ 165 w 265"/>
                <a:gd name="T11" fmla="*/ 3 h 337"/>
                <a:gd name="T12" fmla="*/ 161 w 265"/>
                <a:gd name="T13" fmla="*/ 1 h 337"/>
                <a:gd name="T14" fmla="*/ 156 w 265"/>
                <a:gd name="T15" fmla="*/ 0 h 337"/>
                <a:gd name="T16" fmla="*/ 12 w 265"/>
                <a:gd name="T17" fmla="*/ 0 h 337"/>
                <a:gd name="T18" fmla="*/ 7 w 265"/>
                <a:gd name="T19" fmla="*/ 1 h 337"/>
                <a:gd name="T20" fmla="*/ 3 w 265"/>
                <a:gd name="T21" fmla="*/ 3 h 337"/>
                <a:gd name="T22" fmla="*/ 1 w 265"/>
                <a:gd name="T23" fmla="*/ 7 h 337"/>
                <a:gd name="T24" fmla="*/ 0 w 265"/>
                <a:gd name="T25" fmla="*/ 12 h 337"/>
                <a:gd name="T26" fmla="*/ 0 w 265"/>
                <a:gd name="T27" fmla="*/ 325 h 337"/>
                <a:gd name="T28" fmla="*/ 1 w 265"/>
                <a:gd name="T29" fmla="*/ 329 h 337"/>
                <a:gd name="T30" fmla="*/ 3 w 265"/>
                <a:gd name="T31" fmla="*/ 334 h 337"/>
                <a:gd name="T32" fmla="*/ 7 w 265"/>
                <a:gd name="T33" fmla="*/ 337 h 337"/>
                <a:gd name="T34" fmla="*/ 12 w 265"/>
                <a:gd name="T35" fmla="*/ 337 h 337"/>
                <a:gd name="T36" fmla="*/ 253 w 265"/>
                <a:gd name="T37" fmla="*/ 337 h 337"/>
                <a:gd name="T38" fmla="*/ 258 w 265"/>
                <a:gd name="T39" fmla="*/ 337 h 337"/>
                <a:gd name="T40" fmla="*/ 261 w 265"/>
                <a:gd name="T41" fmla="*/ 334 h 337"/>
                <a:gd name="T42" fmla="*/ 264 w 265"/>
                <a:gd name="T43" fmla="*/ 329 h 337"/>
                <a:gd name="T44" fmla="*/ 265 w 265"/>
                <a:gd name="T45" fmla="*/ 325 h 337"/>
                <a:gd name="T46" fmla="*/ 265 w 265"/>
                <a:gd name="T47" fmla="*/ 108 h 337"/>
                <a:gd name="T48" fmla="*/ 264 w 265"/>
                <a:gd name="T49" fmla="*/ 104 h 337"/>
                <a:gd name="T50" fmla="*/ 261 w 265"/>
                <a:gd name="T51" fmla="*/ 10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7">
                  <a:moveTo>
                    <a:pt x="156" y="108"/>
                  </a:moveTo>
                  <a:lnTo>
                    <a:pt x="156" y="12"/>
                  </a:lnTo>
                  <a:lnTo>
                    <a:pt x="252" y="108"/>
                  </a:lnTo>
                  <a:lnTo>
                    <a:pt x="156" y="108"/>
                  </a:lnTo>
                  <a:close/>
                  <a:moveTo>
                    <a:pt x="261" y="100"/>
                  </a:moveTo>
                  <a:lnTo>
                    <a:pt x="165" y="3"/>
                  </a:lnTo>
                  <a:lnTo>
                    <a:pt x="161" y="1"/>
                  </a:lnTo>
                  <a:lnTo>
                    <a:pt x="156" y="0"/>
                  </a:lnTo>
                  <a:lnTo>
                    <a:pt x="12" y="0"/>
                  </a:lnTo>
                  <a:lnTo>
                    <a:pt x="7" y="1"/>
                  </a:lnTo>
                  <a:lnTo>
                    <a:pt x="3" y="3"/>
                  </a:lnTo>
                  <a:lnTo>
                    <a:pt x="1" y="7"/>
                  </a:lnTo>
                  <a:lnTo>
                    <a:pt x="0" y="12"/>
                  </a:lnTo>
                  <a:lnTo>
                    <a:pt x="0" y="325"/>
                  </a:lnTo>
                  <a:lnTo>
                    <a:pt x="1" y="329"/>
                  </a:lnTo>
                  <a:lnTo>
                    <a:pt x="3" y="334"/>
                  </a:lnTo>
                  <a:lnTo>
                    <a:pt x="7" y="337"/>
                  </a:lnTo>
                  <a:lnTo>
                    <a:pt x="12" y="337"/>
                  </a:lnTo>
                  <a:lnTo>
                    <a:pt x="253" y="337"/>
                  </a:lnTo>
                  <a:lnTo>
                    <a:pt x="258" y="337"/>
                  </a:lnTo>
                  <a:lnTo>
                    <a:pt x="261" y="334"/>
                  </a:lnTo>
                  <a:lnTo>
                    <a:pt x="264" y="329"/>
                  </a:lnTo>
                  <a:lnTo>
                    <a:pt x="265" y="325"/>
                  </a:lnTo>
                  <a:lnTo>
                    <a:pt x="265" y="108"/>
                  </a:lnTo>
                  <a:lnTo>
                    <a:pt x="264" y="104"/>
                  </a:lnTo>
                  <a:lnTo>
                    <a:pt x="261"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962">
              <a:extLst>
                <a:ext uri="{FF2B5EF4-FFF2-40B4-BE49-F238E27FC236}">
                  <a16:creationId xmlns:a16="http://schemas.microsoft.com/office/drawing/2014/main" id="{81A3E1A9-1805-4F8F-8A32-5756687F7063}"/>
                </a:ext>
              </a:extLst>
            </p:cNvPr>
            <p:cNvSpPr>
              <a:spLocks noEditPoints="1"/>
            </p:cNvSpPr>
            <p:nvPr/>
          </p:nvSpPr>
          <p:spPr bwMode="auto">
            <a:xfrm>
              <a:off x="5494338" y="1370013"/>
              <a:ext cx="106363" cy="133350"/>
            </a:xfrm>
            <a:custGeom>
              <a:avLst/>
              <a:gdLst>
                <a:gd name="T0" fmla="*/ 157 w 266"/>
                <a:gd name="T1" fmla="*/ 108 h 337"/>
                <a:gd name="T2" fmla="*/ 157 w 266"/>
                <a:gd name="T3" fmla="*/ 12 h 337"/>
                <a:gd name="T4" fmla="*/ 252 w 266"/>
                <a:gd name="T5" fmla="*/ 108 h 337"/>
                <a:gd name="T6" fmla="*/ 157 w 266"/>
                <a:gd name="T7" fmla="*/ 108 h 337"/>
                <a:gd name="T8" fmla="*/ 166 w 266"/>
                <a:gd name="T9" fmla="*/ 3 h 337"/>
                <a:gd name="T10" fmla="*/ 162 w 266"/>
                <a:gd name="T11" fmla="*/ 1 h 337"/>
                <a:gd name="T12" fmla="*/ 157 w 266"/>
                <a:gd name="T13" fmla="*/ 0 h 337"/>
                <a:gd name="T14" fmla="*/ 13 w 266"/>
                <a:gd name="T15" fmla="*/ 0 h 337"/>
                <a:gd name="T16" fmla="*/ 8 w 266"/>
                <a:gd name="T17" fmla="*/ 1 h 337"/>
                <a:gd name="T18" fmla="*/ 5 w 266"/>
                <a:gd name="T19" fmla="*/ 3 h 337"/>
                <a:gd name="T20" fmla="*/ 1 w 266"/>
                <a:gd name="T21" fmla="*/ 7 h 337"/>
                <a:gd name="T22" fmla="*/ 0 w 266"/>
                <a:gd name="T23" fmla="*/ 12 h 337"/>
                <a:gd name="T24" fmla="*/ 0 w 266"/>
                <a:gd name="T25" fmla="*/ 325 h 337"/>
                <a:gd name="T26" fmla="*/ 1 w 266"/>
                <a:gd name="T27" fmla="*/ 329 h 337"/>
                <a:gd name="T28" fmla="*/ 5 w 266"/>
                <a:gd name="T29" fmla="*/ 334 h 337"/>
                <a:gd name="T30" fmla="*/ 8 w 266"/>
                <a:gd name="T31" fmla="*/ 337 h 337"/>
                <a:gd name="T32" fmla="*/ 13 w 266"/>
                <a:gd name="T33" fmla="*/ 337 h 337"/>
                <a:gd name="T34" fmla="*/ 253 w 266"/>
                <a:gd name="T35" fmla="*/ 337 h 337"/>
                <a:gd name="T36" fmla="*/ 258 w 266"/>
                <a:gd name="T37" fmla="*/ 337 h 337"/>
                <a:gd name="T38" fmla="*/ 263 w 266"/>
                <a:gd name="T39" fmla="*/ 334 h 337"/>
                <a:gd name="T40" fmla="*/ 265 w 266"/>
                <a:gd name="T41" fmla="*/ 329 h 337"/>
                <a:gd name="T42" fmla="*/ 266 w 266"/>
                <a:gd name="T43" fmla="*/ 325 h 337"/>
                <a:gd name="T44" fmla="*/ 266 w 266"/>
                <a:gd name="T45" fmla="*/ 108 h 337"/>
                <a:gd name="T46" fmla="*/ 265 w 266"/>
                <a:gd name="T47" fmla="*/ 104 h 337"/>
                <a:gd name="T48" fmla="*/ 263 w 266"/>
                <a:gd name="T49" fmla="*/ 100 h 337"/>
                <a:gd name="T50" fmla="*/ 166 w 266"/>
                <a:gd name="T51" fmla="*/ 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7">
                  <a:moveTo>
                    <a:pt x="157" y="108"/>
                  </a:moveTo>
                  <a:lnTo>
                    <a:pt x="157" y="12"/>
                  </a:lnTo>
                  <a:lnTo>
                    <a:pt x="252" y="108"/>
                  </a:lnTo>
                  <a:lnTo>
                    <a:pt x="157" y="108"/>
                  </a:lnTo>
                  <a:close/>
                  <a:moveTo>
                    <a:pt x="166" y="3"/>
                  </a:moveTo>
                  <a:lnTo>
                    <a:pt x="162" y="1"/>
                  </a:lnTo>
                  <a:lnTo>
                    <a:pt x="157" y="0"/>
                  </a:lnTo>
                  <a:lnTo>
                    <a:pt x="13" y="0"/>
                  </a:lnTo>
                  <a:lnTo>
                    <a:pt x="8" y="1"/>
                  </a:lnTo>
                  <a:lnTo>
                    <a:pt x="5" y="3"/>
                  </a:lnTo>
                  <a:lnTo>
                    <a:pt x="1" y="7"/>
                  </a:lnTo>
                  <a:lnTo>
                    <a:pt x="0" y="12"/>
                  </a:lnTo>
                  <a:lnTo>
                    <a:pt x="0" y="325"/>
                  </a:lnTo>
                  <a:lnTo>
                    <a:pt x="1" y="329"/>
                  </a:lnTo>
                  <a:lnTo>
                    <a:pt x="5" y="334"/>
                  </a:lnTo>
                  <a:lnTo>
                    <a:pt x="8" y="337"/>
                  </a:lnTo>
                  <a:lnTo>
                    <a:pt x="13" y="337"/>
                  </a:lnTo>
                  <a:lnTo>
                    <a:pt x="253" y="337"/>
                  </a:lnTo>
                  <a:lnTo>
                    <a:pt x="258" y="337"/>
                  </a:lnTo>
                  <a:lnTo>
                    <a:pt x="263" y="334"/>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963">
              <a:extLst>
                <a:ext uri="{FF2B5EF4-FFF2-40B4-BE49-F238E27FC236}">
                  <a16:creationId xmlns:a16="http://schemas.microsoft.com/office/drawing/2014/main" id="{456AA9B7-CAC7-4A57-946D-E42CF436F78C}"/>
                </a:ext>
              </a:extLst>
            </p:cNvPr>
            <p:cNvSpPr>
              <a:spLocks noEditPoints="1"/>
            </p:cNvSpPr>
            <p:nvPr/>
          </p:nvSpPr>
          <p:spPr bwMode="auto">
            <a:xfrm>
              <a:off x="5629275" y="1522413"/>
              <a:ext cx="104775" cy="133350"/>
            </a:xfrm>
            <a:custGeom>
              <a:avLst/>
              <a:gdLst>
                <a:gd name="T0" fmla="*/ 156 w 265"/>
                <a:gd name="T1" fmla="*/ 108 h 336"/>
                <a:gd name="T2" fmla="*/ 156 w 265"/>
                <a:gd name="T3" fmla="*/ 11 h 336"/>
                <a:gd name="T4" fmla="*/ 252 w 265"/>
                <a:gd name="T5" fmla="*/ 108 h 336"/>
                <a:gd name="T6" fmla="*/ 156 w 265"/>
                <a:gd name="T7" fmla="*/ 108 h 336"/>
                <a:gd name="T8" fmla="*/ 165 w 265"/>
                <a:gd name="T9" fmla="*/ 3 h 336"/>
                <a:gd name="T10" fmla="*/ 161 w 265"/>
                <a:gd name="T11" fmla="*/ 1 h 336"/>
                <a:gd name="T12" fmla="*/ 156 w 265"/>
                <a:gd name="T13" fmla="*/ 0 h 336"/>
                <a:gd name="T14" fmla="*/ 12 w 265"/>
                <a:gd name="T15" fmla="*/ 0 h 336"/>
                <a:gd name="T16" fmla="*/ 7 w 265"/>
                <a:gd name="T17" fmla="*/ 1 h 336"/>
                <a:gd name="T18" fmla="*/ 3 w 265"/>
                <a:gd name="T19" fmla="*/ 3 h 336"/>
                <a:gd name="T20" fmla="*/ 1 w 265"/>
                <a:gd name="T21" fmla="*/ 7 h 336"/>
                <a:gd name="T22" fmla="*/ 0 w 265"/>
                <a:gd name="T23" fmla="*/ 11 h 336"/>
                <a:gd name="T24" fmla="*/ 0 w 265"/>
                <a:gd name="T25" fmla="*/ 325 h 336"/>
                <a:gd name="T26" fmla="*/ 1 w 265"/>
                <a:gd name="T27" fmla="*/ 329 h 336"/>
                <a:gd name="T28" fmla="*/ 3 w 265"/>
                <a:gd name="T29" fmla="*/ 333 h 336"/>
                <a:gd name="T30" fmla="*/ 7 w 265"/>
                <a:gd name="T31" fmla="*/ 335 h 336"/>
                <a:gd name="T32" fmla="*/ 12 w 265"/>
                <a:gd name="T33" fmla="*/ 336 h 336"/>
                <a:gd name="T34" fmla="*/ 253 w 265"/>
                <a:gd name="T35" fmla="*/ 336 h 336"/>
                <a:gd name="T36" fmla="*/ 258 w 265"/>
                <a:gd name="T37" fmla="*/ 335 h 336"/>
                <a:gd name="T38" fmla="*/ 261 w 265"/>
                <a:gd name="T39" fmla="*/ 333 h 336"/>
                <a:gd name="T40" fmla="*/ 264 w 265"/>
                <a:gd name="T41" fmla="*/ 329 h 336"/>
                <a:gd name="T42" fmla="*/ 265 w 265"/>
                <a:gd name="T43" fmla="*/ 325 h 336"/>
                <a:gd name="T44" fmla="*/ 265 w 265"/>
                <a:gd name="T45" fmla="*/ 108 h 336"/>
                <a:gd name="T46" fmla="*/ 264 w 265"/>
                <a:gd name="T47" fmla="*/ 104 h 336"/>
                <a:gd name="T48" fmla="*/ 261 w 265"/>
                <a:gd name="T49" fmla="*/ 100 h 336"/>
                <a:gd name="T50" fmla="*/ 165 w 265"/>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5" h="336">
                  <a:moveTo>
                    <a:pt x="156" y="108"/>
                  </a:moveTo>
                  <a:lnTo>
                    <a:pt x="156" y="11"/>
                  </a:lnTo>
                  <a:lnTo>
                    <a:pt x="252" y="108"/>
                  </a:lnTo>
                  <a:lnTo>
                    <a:pt x="156" y="108"/>
                  </a:lnTo>
                  <a:close/>
                  <a:moveTo>
                    <a:pt x="165" y="3"/>
                  </a:moveTo>
                  <a:lnTo>
                    <a:pt x="161" y="1"/>
                  </a:lnTo>
                  <a:lnTo>
                    <a:pt x="156" y="0"/>
                  </a:lnTo>
                  <a:lnTo>
                    <a:pt x="12" y="0"/>
                  </a:lnTo>
                  <a:lnTo>
                    <a:pt x="7" y="1"/>
                  </a:lnTo>
                  <a:lnTo>
                    <a:pt x="3" y="3"/>
                  </a:lnTo>
                  <a:lnTo>
                    <a:pt x="1" y="7"/>
                  </a:lnTo>
                  <a:lnTo>
                    <a:pt x="0" y="11"/>
                  </a:lnTo>
                  <a:lnTo>
                    <a:pt x="0" y="325"/>
                  </a:lnTo>
                  <a:lnTo>
                    <a:pt x="1" y="329"/>
                  </a:lnTo>
                  <a:lnTo>
                    <a:pt x="3" y="333"/>
                  </a:lnTo>
                  <a:lnTo>
                    <a:pt x="7" y="335"/>
                  </a:lnTo>
                  <a:lnTo>
                    <a:pt x="12" y="336"/>
                  </a:lnTo>
                  <a:lnTo>
                    <a:pt x="253" y="336"/>
                  </a:lnTo>
                  <a:lnTo>
                    <a:pt x="258" y="335"/>
                  </a:lnTo>
                  <a:lnTo>
                    <a:pt x="261" y="333"/>
                  </a:lnTo>
                  <a:lnTo>
                    <a:pt x="264" y="329"/>
                  </a:lnTo>
                  <a:lnTo>
                    <a:pt x="265" y="325"/>
                  </a:lnTo>
                  <a:lnTo>
                    <a:pt x="265" y="108"/>
                  </a:lnTo>
                  <a:lnTo>
                    <a:pt x="264" y="104"/>
                  </a:lnTo>
                  <a:lnTo>
                    <a:pt x="261" y="100"/>
                  </a:lnTo>
                  <a:lnTo>
                    <a:pt x="16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64">
              <a:extLst>
                <a:ext uri="{FF2B5EF4-FFF2-40B4-BE49-F238E27FC236}">
                  <a16:creationId xmlns:a16="http://schemas.microsoft.com/office/drawing/2014/main" id="{560B6CFC-E99C-4BF0-A5D2-C8085D173B47}"/>
                </a:ext>
              </a:extLst>
            </p:cNvPr>
            <p:cNvSpPr>
              <a:spLocks noEditPoints="1"/>
            </p:cNvSpPr>
            <p:nvPr/>
          </p:nvSpPr>
          <p:spPr bwMode="auto">
            <a:xfrm>
              <a:off x="5494338" y="1522413"/>
              <a:ext cx="106363" cy="133350"/>
            </a:xfrm>
            <a:custGeom>
              <a:avLst/>
              <a:gdLst>
                <a:gd name="T0" fmla="*/ 157 w 266"/>
                <a:gd name="T1" fmla="*/ 108 h 336"/>
                <a:gd name="T2" fmla="*/ 157 w 266"/>
                <a:gd name="T3" fmla="*/ 11 h 336"/>
                <a:gd name="T4" fmla="*/ 252 w 266"/>
                <a:gd name="T5" fmla="*/ 108 h 336"/>
                <a:gd name="T6" fmla="*/ 157 w 266"/>
                <a:gd name="T7" fmla="*/ 108 h 336"/>
                <a:gd name="T8" fmla="*/ 166 w 266"/>
                <a:gd name="T9" fmla="*/ 3 h 336"/>
                <a:gd name="T10" fmla="*/ 162 w 266"/>
                <a:gd name="T11" fmla="*/ 1 h 336"/>
                <a:gd name="T12" fmla="*/ 157 w 266"/>
                <a:gd name="T13" fmla="*/ 0 h 336"/>
                <a:gd name="T14" fmla="*/ 13 w 266"/>
                <a:gd name="T15" fmla="*/ 0 h 336"/>
                <a:gd name="T16" fmla="*/ 8 w 266"/>
                <a:gd name="T17" fmla="*/ 1 h 336"/>
                <a:gd name="T18" fmla="*/ 5 w 266"/>
                <a:gd name="T19" fmla="*/ 3 h 336"/>
                <a:gd name="T20" fmla="*/ 1 w 266"/>
                <a:gd name="T21" fmla="*/ 7 h 336"/>
                <a:gd name="T22" fmla="*/ 0 w 266"/>
                <a:gd name="T23" fmla="*/ 11 h 336"/>
                <a:gd name="T24" fmla="*/ 0 w 266"/>
                <a:gd name="T25" fmla="*/ 325 h 336"/>
                <a:gd name="T26" fmla="*/ 1 w 266"/>
                <a:gd name="T27" fmla="*/ 329 h 336"/>
                <a:gd name="T28" fmla="*/ 5 w 266"/>
                <a:gd name="T29" fmla="*/ 333 h 336"/>
                <a:gd name="T30" fmla="*/ 8 w 266"/>
                <a:gd name="T31" fmla="*/ 335 h 336"/>
                <a:gd name="T32" fmla="*/ 13 w 266"/>
                <a:gd name="T33" fmla="*/ 336 h 336"/>
                <a:gd name="T34" fmla="*/ 253 w 266"/>
                <a:gd name="T35" fmla="*/ 336 h 336"/>
                <a:gd name="T36" fmla="*/ 258 w 266"/>
                <a:gd name="T37" fmla="*/ 335 h 336"/>
                <a:gd name="T38" fmla="*/ 263 w 266"/>
                <a:gd name="T39" fmla="*/ 333 h 336"/>
                <a:gd name="T40" fmla="*/ 265 w 266"/>
                <a:gd name="T41" fmla="*/ 329 h 336"/>
                <a:gd name="T42" fmla="*/ 266 w 266"/>
                <a:gd name="T43" fmla="*/ 325 h 336"/>
                <a:gd name="T44" fmla="*/ 266 w 266"/>
                <a:gd name="T45" fmla="*/ 108 h 336"/>
                <a:gd name="T46" fmla="*/ 265 w 266"/>
                <a:gd name="T47" fmla="*/ 104 h 336"/>
                <a:gd name="T48" fmla="*/ 263 w 266"/>
                <a:gd name="T49" fmla="*/ 100 h 336"/>
                <a:gd name="T50" fmla="*/ 166 w 266"/>
                <a:gd name="T51" fmla="*/ 3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6" h="336">
                  <a:moveTo>
                    <a:pt x="157" y="108"/>
                  </a:moveTo>
                  <a:lnTo>
                    <a:pt x="157" y="11"/>
                  </a:lnTo>
                  <a:lnTo>
                    <a:pt x="252" y="108"/>
                  </a:lnTo>
                  <a:lnTo>
                    <a:pt x="157" y="108"/>
                  </a:lnTo>
                  <a:close/>
                  <a:moveTo>
                    <a:pt x="166" y="3"/>
                  </a:moveTo>
                  <a:lnTo>
                    <a:pt x="162" y="1"/>
                  </a:lnTo>
                  <a:lnTo>
                    <a:pt x="157" y="0"/>
                  </a:lnTo>
                  <a:lnTo>
                    <a:pt x="13" y="0"/>
                  </a:lnTo>
                  <a:lnTo>
                    <a:pt x="8" y="1"/>
                  </a:lnTo>
                  <a:lnTo>
                    <a:pt x="5" y="3"/>
                  </a:lnTo>
                  <a:lnTo>
                    <a:pt x="1" y="7"/>
                  </a:lnTo>
                  <a:lnTo>
                    <a:pt x="0" y="11"/>
                  </a:lnTo>
                  <a:lnTo>
                    <a:pt x="0" y="325"/>
                  </a:lnTo>
                  <a:lnTo>
                    <a:pt x="1" y="329"/>
                  </a:lnTo>
                  <a:lnTo>
                    <a:pt x="5" y="333"/>
                  </a:lnTo>
                  <a:lnTo>
                    <a:pt x="8" y="335"/>
                  </a:lnTo>
                  <a:lnTo>
                    <a:pt x="13" y="336"/>
                  </a:lnTo>
                  <a:lnTo>
                    <a:pt x="253" y="336"/>
                  </a:lnTo>
                  <a:lnTo>
                    <a:pt x="258" y="335"/>
                  </a:lnTo>
                  <a:lnTo>
                    <a:pt x="263" y="333"/>
                  </a:lnTo>
                  <a:lnTo>
                    <a:pt x="265" y="329"/>
                  </a:lnTo>
                  <a:lnTo>
                    <a:pt x="266" y="325"/>
                  </a:lnTo>
                  <a:lnTo>
                    <a:pt x="266" y="108"/>
                  </a:lnTo>
                  <a:lnTo>
                    <a:pt x="265" y="104"/>
                  </a:lnTo>
                  <a:lnTo>
                    <a:pt x="263" y="100"/>
                  </a:lnTo>
                  <a:lnTo>
                    <a:pt x="16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3" name="Freeform: Shape 42">
            <a:extLst>
              <a:ext uri="{FF2B5EF4-FFF2-40B4-BE49-F238E27FC236}">
                <a16:creationId xmlns:a16="http://schemas.microsoft.com/office/drawing/2014/main" id="{512F29F0-E19B-43BF-BEF3-D4A48B394F58}"/>
              </a:ext>
            </a:extLst>
          </p:cNvPr>
          <p:cNvSpPr/>
          <p:nvPr/>
        </p:nvSpPr>
        <p:spPr>
          <a:xfrm>
            <a:off x="9709706" y="1542581"/>
            <a:ext cx="2482294" cy="3772838"/>
          </a:xfrm>
          <a:custGeom>
            <a:avLst/>
            <a:gdLst>
              <a:gd name="connsiteX0" fmla="*/ 1886419 w 2482294"/>
              <a:gd name="connsiteY0" fmla="*/ 0 h 3772838"/>
              <a:gd name="connsiteX1" fmla="*/ 2109942 w 2482294"/>
              <a:gd name="connsiteY1" fmla="*/ 92586 h 3772838"/>
              <a:gd name="connsiteX2" fmla="*/ 2482294 w 2482294"/>
              <a:gd name="connsiteY2" fmla="*/ 464938 h 3772838"/>
              <a:gd name="connsiteX3" fmla="*/ 2482294 w 2482294"/>
              <a:gd name="connsiteY3" fmla="*/ 3307900 h 3772838"/>
              <a:gd name="connsiteX4" fmla="*/ 2109942 w 2482294"/>
              <a:gd name="connsiteY4" fmla="*/ 3680252 h 3772838"/>
              <a:gd name="connsiteX5" fmla="*/ 1662896 w 2482294"/>
              <a:gd name="connsiteY5" fmla="*/ 3680252 h 3772838"/>
              <a:gd name="connsiteX6" fmla="*/ 92586 w 2482294"/>
              <a:gd name="connsiteY6" fmla="*/ 2109942 h 3772838"/>
              <a:gd name="connsiteX7" fmla="*/ 92586 w 2482294"/>
              <a:gd name="connsiteY7" fmla="*/ 1662896 h 3772838"/>
              <a:gd name="connsiteX8" fmla="*/ 1662896 w 2482294"/>
              <a:gd name="connsiteY8" fmla="*/ 92586 h 3772838"/>
              <a:gd name="connsiteX9" fmla="*/ 1886419 w 2482294"/>
              <a:gd name="connsiteY9" fmla="*/ 0 h 377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2294" h="3772838">
                <a:moveTo>
                  <a:pt x="1886419" y="0"/>
                </a:moveTo>
                <a:cubicBezTo>
                  <a:pt x="1967318" y="0"/>
                  <a:pt x="2048218" y="30862"/>
                  <a:pt x="2109942" y="92586"/>
                </a:cubicBezTo>
                <a:lnTo>
                  <a:pt x="2482294" y="464938"/>
                </a:lnTo>
                <a:lnTo>
                  <a:pt x="2482294" y="3307900"/>
                </a:lnTo>
                <a:lnTo>
                  <a:pt x="2109942" y="3680252"/>
                </a:lnTo>
                <a:cubicBezTo>
                  <a:pt x="1986494" y="3803700"/>
                  <a:pt x="1786344" y="3803700"/>
                  <a:pt x="1662896" y="3680252"/>
                </a:cubicBezTo>
                <a:lnTo>
                  <a:pt x="92586" y="2109942"/>
                </a:lnTo>
                <a:cubicBezTo>
                  <a:pt x="-30862" y="1986494"/>
                  <a:pt x="-30862" y="1786344"/>
                  <a:pt x="92586" y="1662896"/>
                </a:cubicBezTo>
                <a:lnTo>
                  <a:pt x="1662896" y="92586"/>
                </a:lnTo>
                <a:cubicBezTo>
                  <a:pt x="1724620" y="30862"/>
                  <a:pt x="1805520" y="0"/>
                  <a:pt x="1886419" y="0"/>
                </a:cubicBez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96F4CA26-D2F0-4BB4-90D9-BDD68DA84DE4}"/>
              </a:ext>
            </a:extLst>
          </p:cNvPr>
          <p:cNvSpPr/>
          <p:nvPr/>
        </p:nvSpPr>
        <p:spPr>
          <a:xfrm>
            <a:off x="0" y="4664061"/>
            <a:ext cx="747365" cy="1640222"/>
          </a:xfrm>
          <a:custGeom>
            <a:avLst/>
            <a:gdLst>
              <a:gd name="connsiteX0" fmla="*/ 0 w 747365"/>
              <a:gd name="connsiteY0" fmla="*/ 0 h 1640222"/>
              <a:gd name="connsiteX1" fmla="*/ 695927 w 747365"/>
              <a:gd name="connsiteY1" fmla="*/ 695927 h 1640222"/>
              <a:gd name="connsiteX2" fmla="*/ 695927 w 747365"/>
              <a:gd name="connsiteY2" fmla="*/ 944295 h 1640222"/>
              <a:gd name="connsiteX3" fmla="*/ 0 w 747365"/>
              <a:gd name="connsiteY3" fmla="*/ 1640222 h 1640222"/>
              <a:gd name="connsiteX4" fmla="*/ 0 w 747365"/>
              <a:gd name="connsiteY4" fmla="*/ 0 h 1640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365" h="1640222">
                <a:moveTo>
                  <a:pt x="0" y="0"/>
                </a:moveTo>
                <a:lnTo>
                  <a:pt x="695927" y="695927"/>
                </a:lnTo>
                <a:cubicBezTo>
                  <a:pt x="764512" y="764512"/>
                  <a:pt x="764512" y="875710"/>
                  <a:pt x="695927" y="944295"/>
                </a:cubicBezTo>
                <a:lnTo>
                  <a:pt x="0" y="1640222"/>
                </a:lnTo>
                <a:lnTo>
                  <a:pt x="0" y="0"/>
                </a:ln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11CDBAD-8AB7-F280-7AD4-6C88E1785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3014"/>
            <a:ext cx="12192000" cy="5827785"/>
          </a:xfrm>
          <a:prstGeom prst="rect">
            <a:avLst/>
          </a:prstGeom>
        </p:spPr>
      </p:pic>
      <p:sp>
        <p:nvSpPr>
          <p:cNvPr id="21" name="Rectangle: Rounded Corners 20">
            <a:extLst>
              <a:ext uri="{FF2B5EF4-FFF2-40B4-BE49-F238E27FC236}">
                <a16:creationId xmlns:a16="http://schemas.microsoft.com/office/drawing/2014/main" id="{7E871FCF-D5E3-F361-2A19-D21F3954697E}"/>
              </a:ext>
            </a:extLst>
          </p:cNvPr>
          <p:cNvSpPr/>
          <p:nvPr/>
        </p:nvSpPr>
        <p:spPr>
          <a:xfrm>
            <a:off x="3241817" y="71572"/>
            <a:ext cx="6342021" cy="421681"/>
          </a:xfrm>
          <a:prstGeom prst="roundRect">
            <a:avLst>
              <a:gd name="adj" fmla="val 50000"/>
            </a:avLst>
          </a:prstGeom>
          <a:solidFill>
            <a:srgbClr val="CC009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r>
              <a:rPr lang="en-US" sz="2400" b="1" dirty="0" err="1">
                <a:latin typeface="Times New Roman" panose="02020603050405020304" pitchFamily="18" charset="0"/>
                <a:cs typeface="Times New Roman" panose="02020603050405020304" pitchFamily="18" charset="0"/>
              </a:rPr>
              <a:t>CrowdFunding</a:t>
            </a:r>
            <a:r>
              <a:rPr lang="en-US" sz="2400" b="1" dirty="0">
                <a:latin typeface="Times New Roman" panose="02020603050405020304" pitchFamily="18" charset="0"/>
                <a:cs typeface="Times New Roman" panose="02020603050405020304" pitchFamily="18" charset="0"/>
              </a:rPr>
              <a:t> Analytics Dashboard :</a:t>
            </a:r>
          </a:p>
        </p:txBody>
      </p:sp>
      <p:pic>
        <p:nvPicPr>
          <p:cNvPr id="3" name="Picture 2">
            <a:extLst>
              <a:ext uri="{FF2B5EF4-FFF2-40B4-BE49-F238E27FC236}">
                <a16:creationId xmlns:a16="http://schemas.microsoft.com/office/drawing/2014/main" id="{73314876-255B-FF76-73B2-6D1EEF9C9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7719" y="-7685"/>
            <a:ext cx="996820" cy="59716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371080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9C96BDEF-9902-4BA3-B5E7-230F802445FC}"/>
              </a:ext>
            </a:extLst>
          </p:cNvPr>
          <p:cNvCxnSpPr/>
          <p:nvPr/>
        </p:nvCxnSpPr>
        <p:spPr>
          <a:xfrm>
            <a:off x="8088085" y="5046564"/>
            <a:ext cx="330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Freeform: Shape 59">
            <a:extLst>
              <a:ext uri="{FF2B5EF4-FFF2-40B4-BE49-F238E27FC236}">
                <a16:creationId xmlns:a16="http://schemas.microsoft.com/office/drawing/2014/main" id="{8AFA9225-189E-46DC-BDA1-C08D56D0BD92}"/>
              </a:ext>
            </a:extLst>
          </p:cNvPr>
          <p:cNvSpPr/>
          <p:nvPr/>
        </p:nvSpPr>
        <p:spPr>
          <a:xfrm>
            <a:off x="10506497" y="-18450"/>
            <a:ext cx="1685503" cy="1288708"/>
          </a:xfrm>
          <a:custGeom>
            <a:avLst/>
            <a:gdLst>
              <a:gd name="connsiteX0" fmla="*/ 167913 w 1685503"/>
              <a:gd name="connsiteY0" fmla="*/ 0 h 1288708"/>
              <a:gd name="connsiteX1" fmla="*/ 1685503 w 1685503"/>
              <a:gd name="connsiteY1" fmla="*/ 0 h 1288708"/>
              <a:gd name="connsiteX2" fmla="*/ 1685503 w 1685503"/>
              <a:gd name="connsiteY2" fmla="*/ 724000 h 1288708"/>
              <a:gd name="connsiteX3" fmla="*/ 1172233 w 1685503"/>
              <a:gd name="connsiteY3" fmla="*/ 1237270 h 1288708"/>
              <a:gd name="connsiteX4" fmla="*/ 923865 w 1685503"/>
              <a:gd name="connsiteY4" fmla="*/ 1237270 h 1288708"/>
              <a:gd name="connsiteX5" fmla="*/ 51438 w 1685503"/>
              <a:gd name="connsiteY5" fmla="*/ 364843 h 1288708"/>
              <a:gd name="connsiteX6" fmla="*/ 51438 w 1685503"/>
              <a:gd name="connsiteY6" fmla="*/ 116475 h 1288708"/>
              <a:gd name="connsiteX7" fmla="*/ 167913 w 1685503"/>
              <a:gd name="connsiteY7" fmla="*/ 0 h 128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5503" h="1288708">
                <a:moveTo>
                  <a:pt x="167913" y="0"/>
                </a:moveTo>
                <a:lnTo>
                  <a:pt x="1685503" y="0"/>
                </a:lnTo>
                <a:lnTo>
                  <a:pt x="1685503" y="724000"/>
                </a:lnTo>
                <a:lnTo>
                  <a:pt x="1172233" y="1237270"/>
                </a:lnTo>
                <a:cubicBezTo>
                  <a:pt x="1103648" y="1305855"/>
                  <a:pt x="992450" y="1305855"/>
                  <a:pt x="923865" y="1237270"/>
                </a:cubicBezTo>
                <a:lnTo>
                  <a:pt x="51438" y="364843"/>
                </a:lnTo>
                <a:cubicBezTo>
                  <a:pt x="-17147" y="296258"/>
                  <a:pt x="-17147" y="185060"/>
                  <a:pt x="51438" y="116475"/>
                </a:cubicBezTo>
                <a:lnTo>
                  <a:pt x="167913" y="0"/>
                </a:ln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id="{2F53A894-128F-470D-A36D-330A5994E8C5}"/>
              </a:ext>
            </a:extLst>
          </p:cNvPr>
          <p:cNvSpPr/>
          <p:nvPr/>
        </p:nvSpPr>
        <p:spPr>
          <a:xfrm>
            <a:off x="7389386" y="5177132"/>
            <a:ext cx="3332296" cy="1680868"/>
          </a:xfrm>
          <a:custGeom>
            <a:avLst/>
            <a:gdLst>
              <a:gd name="connsiteX0" fmla="*/ 1666148 w 3332296"/>
              <a:gd name="connsiteY0" fmla="*/ 0 h 1680868"/>
              <a:gd name="connsiteX1" fmla="*/ 1863571 w 3332296"/>
              <a:gd name="connsiteY1" fmla="*/ 81776 h 1680868"/>
              <a:gd name="connsiteX2" fmla="*/ 3250521 w 3332296"/>
              <a:gd name="connsiteY2" fmla="*/ 1468726 h 1680868"/>
              <a:gd name="connsiteX3" fmla="*/ 3332296 w 3332296"/>
              <a:gd name="connsiteY3" fmla="*/ 1666149 h 1680868"/>
              <a:gd name="connsiteX4" fmla="*/ 3330886 w 3332296"/>
              <a:gd name="connsiteY4" fmla="*/ 1680868 h 1680868"/>
              <a:gd name="connsiteX5" fmla="*/ 1411 w 3332296"/>
              <a:gd name="connsiteY5" fmla="*/ 1680868 h 1680868"/>
              <a:gd name="connsiteX6" fmla="*/ 0 w 3332296"/>
              <a:gd name="connsiteY6" fmla="*/ 1666149 h 1680868"/>
              <a:gd name="connsiteX7" fmla="*/ 81775 w 3332296"/>
              <a:gd name="connsiteY7" fmla="*/ 1468726 h 1680868"/>
              <a:gd name="connsiteX8" fmla="*/ 1468725 w 3332296"/>
              <a:gd name="connsiteY8" fmla="*/ 81776 h 1680868"/>
              <a:gd name="connsiteX9" fmla="*/ 1666148 w 3332296"/>
              <a:gd name="connsiteY9" fmla="*/ 0 h 168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2296" h="1680868">
                <a:moveTo>
                  <a:pt x="1666148" y="0"/>
                </a:moveTo>
                <a:cubicBezTo>
                  <a:pt x="1737601" y="0"/>
                  <a:pt x="1809054" y="27259"/>
                  <a:pt x="1863571" y="81776"/>
                </a:cubicBezTo>
                <a:lnTo>
                  <a:pt x="3250521" y="1468726"/>
                </a:lnTo>
                <a:cubicBezTo>
                  <a:pt x="3305038" y="1523243"/>
                  <a:pt x="3332296" y="1594696"/>
                  <a:pt x="3332296" y="1666149"/>
                </a:cubicBezTo>
                <a:lnTo>
                  <a:pt x="3330886" y="1680868"/>
                </a:lnTo>
                <a:lnTo>
                  <a:pt x="1411" y="1680868"/>
                </a:lnTo>
                <a:lnTo>
                  <a:pt x="0" y="1666149"/>
                </a:lnTo>
                <a:cubicBezTo>
                  <a:pt x="0" y="1594696"/>
                  <a:pt x="27258" y="1523243"/>
                  <a:pt x="81775" y="1468726"/>
                </a:cubicBezTo>
                <a:lnTo>
                  <a:pt x="1468725" y="81776"/>
                </a:lnTo>
                <a:cubicBezTo>
                  <a:pt x="1523242" y="27259"/>
                  <a:pt x="1594695" y="0"/>
                  <a:pt x="1666148"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DFEB8629-8BC7-1C53-813D-187331EF46A4}"/>
              </a:ext>
            </a:extLst>
          </p:cNvPr>
          <p:cNvSpPr/>
          <p:nvPr/>
        </p:nvSpPr>
        <p:spPr>
          <a:xfrm>
            <a:off x="717630" y="625904"/>
            <a:ext cx="2777018" cy="530312"/>
          </a:xfrm>
          <a:prstGeom prst="roundRect">
            <a:avLst>
              <a:gd name="adj" fmla="val 50000"/>
            </a:avLst>
          </a:prstGeom>
          <a:solidFill>
            <a:srgbClr val="CC009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 </a:t>
            </a:r>
            <a:r>
              <a:rPr lang="en-US" sz="2400" b="1" dirty="0">
                <a:latin typeface="Times New Roman" panose="02020603050405020304" pitchFamily="18" charset="0"/>
                <a:cs typeface="Times New Roman" panose="02020603050405020304" pitchFamily="18" charset="0"/>
              </a:rPr>
              <a:t>Conclusion :</a:t>
            </a:r>
          </a:p>
        </p:txBody>
      </p:sp>
      <p:sp>
        <p:nvSpPr>
          <p:cNvPr id="3" name="TextBox 2">
            <a:extLst>
              <a:ext uri="{FF2B5EF4-FFF2-40B4-BE49-F238E27FC236}">
                <a16:creationId xmlns:a16="http://schemas.microsoft.com/office/drawing/2014/main" id="{C65C858B-72D2-9F9C-FE4D-92947D790515}"/>
              </a:ext>
            </a:extLst>
          </p:cNvPr>
          <p:cNvSpPr txBox="1"/>
          <p:nvPr/>
        </p:nvSpPr>
        <p:spPr>
          <a:xfrm>
            <a:off x="717630" y="1270258"/>
            <a:ext cx="9468092" cy="2118529"/>
          </a:xfrm>
          <a:prstGeom prst="rect">
            <a:avLst/>
          </a:prstGeom>
          <a:noFill/>
        </p:spPr>
        <p:txBody>
          <a:bodyPr wrap="square" rtlCol="0">
            <a:spAutoFit/>
          </a:bodyPr>
          <a:lstStyle/>
          <a:p>
            <a:pPr algn="just">
              <a:lnSpc>
                <a:spcPct val="150000"/>
              </a:lnSpc>
            </a:pPr>
            <a:r>
              <a:rPr lang="en-US" b="1" dirty="0">
                <a:solidFill>
                  <a:schemeClr val="accent6">
                    <a:lumMod val="75000"/>
                  </a:schemeClr>
                </a:solidFill>
                <a:latin typeface="Arial" panose="020B0604020202020204" pitchFamily="34" charset="0"/>
                <a:cs typeface="Arial" panose="020B0604020202020204" pitchFamily="34" charset="0"/>
              </a:rPr>
              <a:t>We successfully completed the Crowdfunding Analytics project and identified key insights, trends, and patterns that helps creators increase project success rates. By analyzing data using Excel, Power BI, Tableau, and MySQL, we transformed raw data into meaningful insights through charts ,MySQL Queries and dashboards that Helps the Increase the More Successful Projects </a:t>
            </a:r>
            <a:endParaRPr lang="en-IN" b="1" dirty="0">
              <a:solidFill>
                <a:schemeClr val="accent6">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4100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AD3AC05-2DFE-4FEA-BD0F-67495472A283}"/>
              </a:ext>
            </a:extLst>
          </p:cNvPr>
          <p:cNvSpPr txBox="1"/>
          <p:nvPr/>
        </p:nvSpPr>
        <p:spPr>
          <a:xfrm>
            <a:off x="4443963" y="2274840"/>
            <a:ext cx="3304076" cy="2308324"/>
          </a:xfrm>
          <a:prstGeom prst="rect">
            <a:avLst/>
          </a:prstGeom>
          <a:noFill/>
        </p:spPr>
        <p:txBody>
          <a:bodyPr wrap="square" rtlCol="0" anchor="ctr">
            <a:spAutoFit/>
          </a:bodyPr>
          <a:lstStyle/>
          <a:p>
            <a:pPr algn="ctr"/>
            <a:r>
              <a:rPr lang="en-US" sz="7200" dirty="0">
                <a:solidFill>
                  <a:schemeClr val="bg1"/>
                </a:solidFill>
                <a:latin typeface="+mj-lt"/>
              </a:rPr>
              <a:t>THANK YOU</a:t>
            </a:r>
          </a:p>
        </p:txBody>
      </p:sp>
      <p:pic>
        <p:nvPicPr>
          <p:cNvPr id="3" name="Picture 2">
            <a:extLst>
              <a:ext uri="{FF2B5EF4-FFF2-40B4-BE49-F238E27FC236}">
                <a16:creationId xmlns:a16="http://schemas.microsoft.com/office/drawing/2014/main" id="{E0F7D8C7-3AF7-BDB3-C7BA-70FCBB0C1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296" y="1096701"/>
            <a:ext cx="9676436" cy="4664598"/>
          </a:xfrm>
          <a:prstGeom prst="rect">
            <a:avLst/>
          </a:prstGeom>
        </p:spPr>
      </p:pic>
      <p:sp>
        <p:nvSpPr>
          <p:cNvPr id="4" name="Freeform: Shape 3">
            <a:extLst>
              <a:ext uri="{FF2B5EF4-FFF2-40B4-BE49-F238E27FC236}">
                <a16:creationId xmlns:a16="http://schemas.microsoft.com/office/drawing/2014/main" id="{24F2E68B-54DB-5332-BB0C-238DD9510D55}"/>
              </a:ext>
            </a:extLst>
          </p:cNvPr>
          <p:cNvSpPr/>
          <p:nvPr/>
        </p:nvSpPr>
        <p:spPr>
          <a:xfrm>
            <a:off x="0" y="5177132"/>
            <a:ext cx="3332296" cy="1680868"/>
          </a:xfrm>
          <a:custGeom>
            <a:avLst/>
            <a:gdLst>
              <a:gd name="connsiteX0" fmla="*/ 1666148 w 3332296"/>
              <a:gd name="connsiteY0" fmla="*/ 0 h 1680868"/>
              <a:gd name="connsiteX1" fmla="*/ 1863571 w 3332296"/>
              <a:gd name="connsiteY1" fmla="*/ 81776 h 1680868"/>
              <a:gd name="connsiteX2" fmla="*/ 3250521 w 3332296"/>
              <a:gd name="connsiteY2" fmla="*/ 1468726 h 1680868"/>
              <a:gd name="connsiteX3" fmla="*/ 3332296 w 3332296"/>
              <a:gd name="connsiteY3" fmla="*/ 1666149 h 1680868"/>
              <a:gd name="connsiteX4" fmla="*/ 3330886 w 3332296"/>
              <a:gd name="connsiteY4" fmla="*/ 1680868 h 1680868"/>
              <a:gd name="connsiteX5" fmla="*/ 1411 w 3332296"/>
              <a:gd name="connsiteY5" fmla="*/ 1680868 h 1680868"/>
              <a:gd name="connsiteX6" fmla="*/ 0 w 3332296"/>
              <a:gd name="connsiteY6" fmla="*/ 1666149 h 1680868"/>
              <a:gd name="connsiteX7" fmla="*/ 81775 w 3332296"/>
              <a:gd name="connsiteY7" fmla="*/ 1468726 h 1680868"/>
              <a:gd name="connsiteX8" fmla="*/ 1468725 w 3332296"/>
              <a:gd name="connsiteY8" fmla="*/ 81776 h 1680868"/>
              <a:gd name="connsiteX9" fmla="*/ 1666148 w 3332296"/>
              <a:gd name="connsiteY9" fmla="*/ 0 h 168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2296" h="1680868">
                <a:moveTo>
                  <a:pt x="1666148" y="0"/>
                </a:moveTo>
                <a:cubicBezTo>
                  <a:pt x="1737601" y="0"/>
                  <a:pt x="1809054" y="27259"/>
                  <a:pt x="1863571" y="81776"/>
                </a:cubicBezTo>
                <a:lnTo>
                  <a:pt x="3250521" y="1468726"/>
                </a:lnTo>
                <a:cubicBezTo>
                  <a:pt x="3305038" y="1523243"/>
                  <a:pt x="3332296" y="1594696"/>
                  <a:pt x="3332296" y="1666149"/>
                </a:cubicBezTo>
                <a:lnTo>
                  <a:pt x="3330886" y="1680868"/>
                </a:lnTo>
                <a:lnTo>
                  <a:pt x="1411" y="1680868"/>
                </a:lnTo>
                <a:lnTo>
                  <a:pt x="0" y="1666149"/>
                </a:lnTo>
                <a:cubicBezTo>
                  <a:pt x="0" y="1594696"/>
                  <a:pt x="27258" y="1523243"/>
                  <a:pt x="81775" y="1468726"/>
                </a:cubicBezTo>
                <a:lnTo>
                  <a:pt x="1468725" y="81776"/>
                </a:lnTo>
                <a:cubicBezTo>
                  <a:pt x="1523242" y="27259"/>
                  <a:pt x="1594695" y="0"/>
                  <a:pt x="1666148" y="0"/>
                </a:cubicBezTo>
                <a:close/>
              </a:path>
            </a:pathLst>
          </a:custGeom>
          <a:solidFill>
            <a:schemeClr val="tx1">
              <a:lumMod val="95000"/>
              <a:lumOff val="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8A826180-47D6-A748-2645-0E7938A90C2D}"/>
              </a:ext>
            </a:extLst>
          </p:cNvPr>
          <p:cNvSpPr/>
          <p:nvPr/>
        </p:nvSpPr>
        <p:spPr>
          <a:xfrm>
            <a:off x="1860209" y="0"/>
            <a:ext cx="1685503" cy="1288708"/>
          </a:xfrm>
          <a:custGeom>
            <a:avLst/>
            <a:gdLst>
              <a:gd name="connsiteX0" fmla="*/ 167913 w 1685503"/>
              <a:gd name="connsiteY0" fmla="*/ 0 h 1288708"/>
              <a:gd name="connsiteX1" fmla="*/ 1685503 w 1685503"/>
              <a:gd name="connsiteY1" fmla="*/ 0 h 1288708"/>
              <a:gd name="connsiteX2" fmla="*/ 1685503 w 1685503"/>
              <a:gd name="connsiteY2" fmla="*/ 724000 h 1288708"/>
              <a:gd name="connsiteX3" fmla="*/ 1172233 w 1685503"/>
              <a:gd name="connsiteY3" fmla="*/ 1237270 h 1288708"/>
              <a:gd name="connsiteX4" fmla="*/ 923865 w 1685503"/>
              <a:gd name="connsiteY4" fmla="*/ 1237270 h 1288708"/>
              <a:gd name="connsiteX5" fmla="*/ 51438 w 1685503"/>
              <a:gd name="connsiteY5" fmla="*/ 364843 h 1288708"/>
              <a:gd name="connsiteX6" fmla="*/ 51438 w 1685503"/>
              <a:gd name="connsiteY6" fmla="*/ 116475 h 1288708"/>
              <a:gd name="connsiteX7" fmla="*/ 167913 w 1685503"/>
              <a:gd name="connsiteY7" fmla="*/ 0 h 128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5503" h="1288708">
                <a:moveTo>
                  <a:pt x="167913" y="0"/>
                </a:moveTo>
                <a:lnTo>
                  <a:pt x="1685503" y="0"/>
                </a:lnTo>
                <a:lnTo>
                  <a:pt x="1685503" y="724000"/>
                </a:lnTo>
                <a:lnTo>
                  <a:pt x="1172233" y="1237270"/>
                </a:lnTo>
                <a:cubicBezTo>
                  <a:pt x="1103648" y="1305855"/>
                  <a:pt x="992450" y="1305855"/>
                  <a:pt x="923865" y="1237270"/>
                </a:cubicBezTo>
                <a:lnTo>
                  <a:pt x="51438" y="364843"/>
                </a:lnTo>
                <a:cubicBezTo>
                  <a:pt x="-17147" y="296258"/>
                  <a:pt x="-17147" y="185060"/>
                  <a:pt x="51438" y="116475"/>
                </a:cubicBezTo>
                <a:lnTo>
                  <a:pt x="167913" y="0"/>
                </a:lnTo>
                <a:close/>
              </a:path>
            </a:pathLst>
          </a:custGeom>
          <a:solidFill>
            <a:srgbClr val="CE295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60765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KxsOZgbh2gwZa1Nz_5BFA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129">
      <a:dk1>
        <a:sysClr val="windowText" lastClr="000000"/>
      </a:dk1>
      <a:lt1>
        <a:sysClr val="window" lastClr="FFFFFF"/>
      </a:lt1>
      <a:dk2>
        <a:srgbClr val="44546A"/>
      </a:dk2>
      <a:lt2>
        <a:srgbClr val="E7E6E6"/>
      </a:lt2>
      <a:accent1>
        <a:srgbClr val="E37777"/>
      </a:accent1>
      <a:accent2>
        <a:srgbClr val="64A4CA"/>
      </a:accent2>
      <a:accent3>
        <a:srgbClr val="F2C232"/>
      </a:accent3>
      <a:accent4>
        <a:srgbClr val="66C5F3"/>
      </a:accent4>
      <a:accent5>
        <a:srgbClr val="E37777"/>
      </a:accent5>
      <a:accent6>
        <a:srgbClr val="64A4CA"/>
      </a:accent6>
      <a:hlink>
        <a:srgbClr val="0563C1"/>
      </a:hlink>
      <a:folHlink>
        <a:srgbClr val="954F72"/>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3066</TotalTime>
  <Words>925</Words>
  <Application>Microsoft Office PowerPoint</Application>
  <PresentationFormat>Widescreen</PresentationFormat>
  <Paragraphs>97</Paragraphs>
  <Slides>11</Slides>
  <Notes>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24" baseType="lpstr">
      <vt:lpstr>Algerian</vt:lpstr>
      <vt:lpstr>Arial</vt:lpstr>
      <vt:lpstr>Arial Rounded MT Bold</vt:lpstr>
      <vt:lpstr>Calibri</vt:lpstr>
      <vt:lpstr>Calibri Light</vt:lpstr>
      <vt:lpstr>Century Gothic</vt:lpstr>
      <vt:lpstr>Segoe UI</vt:lpstr>
      <vt:lpstr>Segoe UI Light</vt:lpstr>
      <vt:lpstr>Times New Roman</vt:lpstr>
      <vt:lpstr>Wingdings</vt:lpstr>
      <vt:lpstr>Office Theme</vt:lpstr>
      <vt:lpstr>Tema de Office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Nugroho Ade</dc:creator>
  <cp:lastModifiedBy>srimandommeti@gmail.com</cp:lastModifiedBy>
  <cp:revision>200</cp:revision>
  <dcterms:created xsi:type="dcterms:W3CDTF">2018-02-12T03:40:49Z</dcterms:created>
  <dcterms:modified xsi:type="dcterms:W3CDTF">2026-02-01T16:46:24Z</dcterms:modified>
</cp:coreProperties>
</file>